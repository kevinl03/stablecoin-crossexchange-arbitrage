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32759650" cy="21959888"/>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 roundtripDataSignature="AMtx7mjLfVfjeD0wRP9TUck/mtN4+srtz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192E"/>
    <a:srgbClr val="CD3E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285"/>
    <p:restoredTop sz="94729"/>
  </p:normalViewPr>
  <p:slideViewPr>
    <p:cSldViewPr snapToGrid="0">
      <p:cViewPr>
        <p:scale>
          <a:sx n="51" d="100"/>
          <a:sy n="51" d="100"/>
        </p:scale>
        <p:origin x="-424" y="-8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customschemas.google.com/relationships/presentationmetadata" Target="metadata"/><Relationship Id="rId10" Type="http://schemas.openxmlformats.org/officeDocument/2006/relationships/tableStyles" Target="tableStyles.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71538" y="685800"/>
            <a:ext cx="51149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96"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871538" y="685800"/>
            <a:ext cx="51149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4094957" y="3593901"/>
            <a:ext cx="24569738" cy="7645374"/>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9200"/>
              <a:buFont typeface="Calibri"/>
              <a:buNone/>
              <a:defRPr sz="1836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3"/>
          <p:cNvSpPr txBox="1">
            <a:spLocks noGrp="1"/>
          </p:cNvSpPr>
          <p:nvPr>
            <p:ph type="subTitle" idx="1"/>
          </p:nvPr>
        </p:nvSpPr>
        <p:spPr>
          <a:xfrm>
            <a:off x="4094957" y="11534026"/>
            <a:ext cx="24569738" cy="530175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060"/>
              </a:spcBef>
              <a:spcAft>
                <a:spcPts val="0"/>
              </a:spcAft>
              <a:buClr>
                <a:schemeClr val="dk1"/>
              </a:buClr>
              <a:buSzPts val="7680"/>
              <a:buNone/>
              <a:defRPr sz="7344"/>
            </a:lvl1pPr>
            <a:lvl2pPr lvl="1" algn="ctr">
              <a:lnSpc>
                <a:spcPct val="90000"/>
              </a:lnSpc>
              <a:spcBef>
                <a:spcPts val="1530"/>
              </a:spcBef>
              <a:spcAft>
                <a:spcPts val="0"/>
              </a:spcAft>
              <a:buClr>
                <a:schemeClr val="dk1"/>
              </a:buClr>
              <a:buSzPts val="6400"/>
              <a:buNone/>
              <a:defRPr sz="6120"/>
            </a:lvl2pPr>
            <a:lvl3pPr lvl="2" algn="ctr">
              <a:lnSpc>
                <a:spcPct val="90000"/>
              </a:lnSpc>
              <a:spcBef>
                <a:spcPts val="1530"/>
              </a:spcBef>
              <a:spcAft>
                <a:spcPts val="0"/>
              </a:spcAft>
              <a:buClr>
                <a:schemeClr val="dk1"/>
              </a:buClr>
              <a:buSzPts val="5760"/>
              <a:buNone/>
              <a:defRPr sz="5507"/>
            </a:lvl3pPr>
            <a:lvl4pPr lvl="3" algn="ctr">
              <a:lnSpc>
                <a:spcPct val="90000"/>
              </a:lnSpc>
              <a:spcBef>
                <a:spcPts val="1530"/>
              </a:spcBef>
              <a:spcAft>
                <a:spcPts val="0"/>
              </a:spcAft>
              <a:buClr>
                <a:schemeClr val="dk1"/>
              </a:buClr>
              <a:buSzPts val="5120"/>
              <a:buNone/>
              <a:defRPr sz="4895"/>
            </a:lvl4pPr>
            <a:lvl5pPr lvl="4" algn="ctr">
              <a:lnSpc>
                <a:spcPct val="90000"/>
              </a:lnSpc>
              <a:spcBef>
                <a:spcPts val="1530"/>
              </a:spcBef>
              <a:spcAft>
                <a:spcPts val="0"/>
              </a:spcAft>
              <a:buClr>
                <a:schemeClr val="dk1"/>
              </a:buClr>
              <a:buSzPts val="5120"/>
              <a:buNone/>
              <a:defRPr sz="4895"/>
            </a:lvl5pPr>
            <a:lvl6pPr lvl="5" algn="ctr">
              <a:lnSpc>
                <a:spcPct val="90000"/>
              </a:lnSpc>
              <a:spcBef>
                <a:spcPts val="1530"/>
              </a:spcBef>
              <a:spcAft>
                <a:spcPts val="0"/>
              </a:spcAft>
              <a:buClr>
                <a:schemeClr val="dk1"/>
              </a:buClr>
              <a:buSzPts val="5120"/>
              <a:buNone/>
              <a:defRPr sz="4895"/>
            </a:lvl6pPr>
            <a:lvl7pPr lvl="6" algn="ctr">
              <a:lnSpc>
                <a:spcPct val="90000"/>
              </a:lnSpc>
              <a:spcBef>
                <a:spcPts val="1530"/>
              </a:spcBef>
              <a:spcAft>
                <a:spcPts val="0"/>
              </a:spcAft>
              <a:buClr>
                <a:schemeClr val="dk1"/>
              </a:buClr>
              <a:buSzPts val="5120"/>
              <a:buNone/>
              <a:defRPr sz="4895"/>
            </a:lvl7pPr>
            <a:lvl8pPr lvl="7" algn="ctr">
              <a:lnSpc>
                <a:spcPct val="90000"/>
              </a:lnSpc>
              <a:spcBef>
                <a:spcPts val="1530"/>
              </a:spcBef>
              <a:spcAft>
                <a:spcPts val="0"/>
              </a:spcAft>
              <a:buClr>
                <a:schemeClr val="dk1"/>
              </a:buClr>
              <a:buSzPts val="5120"/>
              <a:buNone/>
              <a:defRPr sz="4895"/>
            </a:lvl8pPr>
            <a:lvl9pPr lvl="8" algn="ctr">
              <a:lnSpc>
                <a:spcPct val="90000"/>
              </a:lnSpc>
              <a:spcBef>
                <a:spcPts val="1530"/>
              </a:spcBef>
              <a:spcAft>
                <a:spcPts val="0"/>
              </a:spcAft>
              <a:buClr>
                <a:schemeClr val="dk1"/>
              </a:buClr>
              <a:buSzPts val="5120"/>
              <a:buNone/>
              <a:defRPr sz="4895"/>
            </a:lvl9pPr>
          </a:lstStyle>
          <a:p>
            <a:endParaRPr/>
          </a:p>
        </p:txBody>
      </p:sp>
      <p:sp>
        <p:nvSpPr>
          <p:cNvPr id="14" name="Google Shape;14;p3"/>
          <p:cNvSpPr txBox="1">
            <a:spLocks noGrp="1"/>
          </p:cNvSpPr>
          <p:nvPr>
            <p:ph type="dt" idx="10"/>
          </p:nvPr>
        </p:nvSpPr>
        <p:spPr>
          <a:xfrm>
            <a:off x="2252226" y="20353565"/>
            <a:ext cx="7370981" cy="116926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10851632" y="20353565"/>
            <a:ext cx="11056323" cy="116926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3"/>
          <p:cNvSpPr txBox="1">
            <a:spLocks noGrp="1"/>
          </p:cNvSpPr>
          <p:nvPr>
            <p:ph type="sldNum" idx="12"/>
          </p:nvPr>
        </p:nvSpPr>
        <p:spPr>
          <a:xfrm>
            <a:off x="23136502" y="20353565"/>
            <a:ext cx="7370981" cy="116926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2252227" y="1169162"/>
            <a:ext cx="28255078" cy="424446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4"/>
          <p:cNvSpPr txBox="1">
            <a:spLocks noGrp="1"/>
          </p:cNvSpPr>
          <p:nvPr>
            <p:ph type="body" idx="1"/>
          </p:nvPr>
        </p:nvSpPr>
        <p:spPr>
          <a:xfrm>
            <a:off x="2252227" y="5845803"/>
            <a:ext cx="28255078" cy="13933266"/>
          </a:xfrm>
          <a:prstGeom prst="rect">
            <a:avLst/>
          </a:prstGeom>
          <a:noFill/>
          <a:ln>
            <a:noFill/>
          </a:ln>
        </p:spPr>
        <p:txBody>
          <a:bodyPr spcFirstLastPara="1" wrap="square" lIns="91425" tIns="45700" rIns="91425" bIns="45700" anchor="t" anchorCtr="0">
            <a:normAutofit/>
          </a:bodyPr>
          <a:lstStyle>
            <a:lvl1pPr marL="437178" lvl="0" indent="-327883" algn="l">
              <a:lnSpc>
                <a:spcPct val="90000"/>
              </a:lnSpc>
              <a:spcBef>
                <a:spcPts val="3060"/>
              </a:spcBef>
              <a:spcAft>
                <a:spcPts val="0"/>
              </a:spcAft>
              <a:buClr>
                <a:schemeClr val="dk1"/>
              </a:buClr>
              <a:buSzPts val="1800"/>
              <a:buChar char="•"/>
              <a:defRPr/>
            </a:lvl1pPr>
            <a:lvl2pPr marL="874355" lvl="1" indent="-327883" algn="l">
              <a:lnSpc>
                <a:spcPct val="90000"/>
              </a:lnSpc>
              <a:spcBef>
                <a:spcPts val="1530"/>
              </a:spcBef>
              <a:spcAft>
                <a:spcPts val="0"/>
              </a:spcAft>
              <a:buClr>
                <a:schemeClr val="dk1"/>
              </a:buClr>
              <a:buSzPts val="1800"/>
              <a:buChar char="•"/>
              <a:defRPr/>
            </a:lvl2pPr>
            <a:lvl3pPr marL="1311533" lvl="2" indent="-327883" algn="l">
              <a:lnSpc>
                <a:spcPct val="90000"/>
              </a:lnSpc>
              <a:spcBef>
                <a:spcPts val="1530"/>
              </a:spcBef>
              <a:spcAft>
                <a:spcPts val="0"/>
              </a:spcAft>
              <a:buClr>
                <a:schemeClr val="dk1"/>
              </a:buClr>
              <a:buSzPts val="1800"/>
              <a:buChar char="•"/>
              <a:defRPr/>
            </a:lvl3pPr>
            <a:lvl4pPr marL="1748710" lvl="3" indent="-327883" algn="l">
              <a:lnSpc>
                <a:spcPct val="90000"/>
              </a:lnSpc>
              <a:spcBef>
                <a:spcPts val="1530"/>
              </a:spcBef>
              <a:spcAft>
                <a:spcPts val="0"/>
              </a:spcAft>
              <a:buClr>
                <a:schemeClr val="dk1"/>
              </a:buClr>
              <a:buSzPts val="1800"/>
              <a:buChar char="•"/>
              <a:defRPr/>
            </a:lvl4pPr>
            <a:lvl5pPr marL="2185888" lvl="4" indent="-327883" algn="l">
              <a:lnSpc>
                <a:spcPct val="90000"/>
              </a:lnSpc>
              <a:spcBef>
                <a:spcPts val="1530"/>
              </a:spcBef>
              <a:spcAft>
                <a:spcPts val="0"/>
              </a:spcAft>
              <a:buClr>
                <a:schemeClr val="dk1"/>
              </a:buClr>
              <a:buSzPts val="1800"/>
              <a:buChar char="•"/>
              <a:defRPr/>
            </a:lvl5pPr>
            <a:lvl6pPr marL="2623066" lvl="5" indent="-327883" algn="l">
              <a:lnSpc>
                <a:spcPct val="90000"/>
              </a:lnSpc>
              <a:spcBef>
                <a:spcPts val="1530"/>
              </a:spcBef>
              <a:spcAft>
                <a:spcPts val="0"/>
              </a:spcAft>
              <a:buClr>
                <a:schemeClr val="dk1"/>
              </a:buClr>
              <a:buSzPts val="1800"/>
              <a:buChar char="•"/>
              <a:defRPr/>
            </a:lvl6pPr>
            <a:lvl7pPr marL="3060243" lvl="6" indent="-327883" algn="l">
              <a:lnSpc>
                <a:spcPct val="90000"/>
              </a:lnSpc>
              <a:spcBef>
                <a:spcPts val="1530"/>
              </a:spcBef>
              <a:spcAft>
                <a:spcPts val="0"/>
              </a:spcAft>
              <a:buClr>
                <a:schemeClr val="dk1"/>
              </a:buClr>
              <a:buSzPts val="1800"/>
              <a:buChar char="•"/>
              <a:defRPr/>
            </a:lvl7pPr>
            <a:lvl8pPr marL="3497421" lvl="7" indent="-327883" algn="l">
              <a:lnSpc>
                <a:spcPct val="90000"/>
              </a:lnSpc>
              <a:spcBef>
                <a:spcPts val="1530"/>
              </a:spcBef>
              <a:spcAft>
                <a:spcPts val="0"/>
              </a:spcAft>
              <a:buClr>
                <a:schemeClr val="dk1"/>
              </a:buClr>
              <a:buSzPts val="1800"/>
              <a:buChar char="•"/>
              <a:defRPr/>
            </a:lvl8pPr>
            <a:lvl9pPr marL="3934597" lvl="8" indent="-327883" algn="l">
              <a:lnSpc>
                <a:spcPct val="90000"/>
              </a:lnSpc>
              <a:spcBef>
                <a:spcPts val="1530"/>
              </a:spcBef>
              <a:spcAft>
                <a:spcPts val="0"/>
              </a:spcAft>
              <a:buClr>
                <a:schemeClr val="dk1"/>
              </a:buClr>
              <a:buSzPts val="1800"/>
              <a:buChar char="•"/>
              <a:defRPr/>
            </a:lvl9pPr>
          </a:lstStyle>
          <a:p>
            <a:endParaRPr/>
          </a:p>
        </p:txBody>
      </p:sp>
      <p:sp>
        <p:nvSpPr>
          <p:cNvPr id="20" name="Google Shape;20;p4"/>
          <p:cNvSpPr txBox="1">
            <a:spLocks noGrp="1"/>
          </p:cNvSpPr>
          <p:nvPr>
            <p:ph type="dt" idx="10"/>
          </p:nvPr>
        </p:nvSpPr>
        <p:spPr>
          <a:xfrm>
            <a:off x="2252226" y="20353565"/>
            <a:ext cx="7370981" cy="116926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4"/>
          <p:cNvSpPr txBox="1">
            <a:spLocks noGrp="1"/>
          </p:cNvSpPr>
          <p:nvPr>
            <p:ph type="ftr" idx="11"/>
          </p:nvPr>
        </p:nvSpPr>
        <p:spPr>
          <a:xfrm>
            <a:off x="10851632" y="20353565"/>
            <a:ext cx="11056323" cy="116926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4"/>
          <p:cNvSpPr txBox="1">
            <a:spLocks noGrp="1"/>
          </p:cNvSpPr>
          <p:nvPr>
            <p:ph type="sldNum" idx="12"/>
          </p:nvPr>
        </p:nvSpPr>
        <p:spPr>
          <a:xfrm>
            <a:off x="23136502" y="20353565"/>
            <a:ext cx="7370981" cy="116926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2235165" y="5474726"/>
            <a:ext cx="28255078" cy="913464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9200"/>
              <a:buFont typeface="Calibri"/>
              <a:buNone/>
              <a:defRPr sz="1836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2235165" y="14695845"/>
            <a:ext cx="28255078" cy="4803725"/>
          </a:xfrm>
          <a:prstGeom prst="rect">
            <a:avLst/>
          </a:prstGeom>
          <a:noFill/>
          <a:ln>
            <a:noFill/>
          </a:ln>
        </p:spPr>
        <p:txBody>
          <a:bodyPr spcFirstLastPara="1" wrap="square" lIns="91425" tIns="45700" rIns="91425" bIns="45700" anchor="t" anchorCtr="0">
            <a:normAutofit/>
          </a:bodyPr>
          <a:lstStyle>
            <a:lvl1pPr marL="437178" lvl="0" indent="-218588" algn="l">
              <a:lnSpc>
                <a:spcPct val="90000"/>
              </a:lnSpc>
              <a:spcBef>
                <a:spcPts val="3060"/>
              </a:spcBef>
              <a:spcAft>
                <a:spcPts val="0"/>
              </a:spcAft>
              <a:buClr>
                <a:srgbClr val="888888"/>
              </a:buClr>
              <a:buSzPts val="7680"/>
              <a:buNone/>
              <a:defRPr sz="7344">
                <a:solidFill>
                  <a:srgbClr val="888888"/>
                </a:solidFill>
              </a:defRPr>
            </a:lvl1pPr>
            <a:lvl2pPr marL="874355" lvl="1" indent="-218588" algn="l">
              <a:lnSpc>
                <a:spcPct val="90000"/>
              </a:lnSpc>
              <a:spcBef>
                <a:spcPts val="1530"/>
              </a:spcBef>
              <a:spcAft>
                <a:spcPts val="0"/>
              </a:spcAft>
              <a:buClr>
                <a:srgbClr val="888888"/>
              </a:buClr>
              <a:buSzPts val="6400"/>
              <a:buNone/>
              <a:defRPr sz="6120">
                <a:solidFill>
                  <a:srgbClr val="888888"/>
                </a:solidFill>
              </a:defRPr>
            </a:lvl2pPr>
            <a:lvl3pPr marL="1311533" lvl="2" indent="-218588" algn="l">
              <a:lnSpc>
                <a:spcPct val="90000"/>
              </a:lnSpc>
              <a:spcBef>
                <a:spcPts val="1530"/>
              </a:spcBef>
              <a:spcAft>
                <a:spcPts val="0"/>
              </a:spcAft>
              <a:buClr>
                <a:srgbClr val="888888"/>
              </a:buClr>
              <a:buSzPts val="5760"/>
              <a:buNone/>
              <a:defRPr sz="5507">
                <a:solidFill>
                  <a:srgbClr val="888888"/>
                </a:solidFill>
              </a:defRPr>
            </a:lvl3pPr>
            <a:lvl4pPr marL="1748710" lvl="3" indent="-218588" algn="l">
              <a:lnSpc>
                <a:spcPct val="90000"/>
              </a:lnSpc>
              <a:spcBef>
                <a:spcPts val="1530"/>
              </a:spcBef>
              <a:spcAft>
                <a:spcPts val="0"/>
              </a:spcAft>
              <a:buClr>
                <a:srgbClr val="888888"/>
              </a:buClr>
              <a:buSzPts val="5120"/>
              <a:buNone/>
              <a:defRPr sz="4895">
                <a:solidFill>
                  <a:srgbClr val="888888"/>
                </a:solidFill>
              </a:defRPr>
            </a:lvl4pPr>
            <a:lvl5pPr marL="2185888" lvl="4" indent="-218588" algn="l">
              <a:lnSpc>
                <a:spcPct val="90000"/>
              </a:lnSpc>
              <a:spcBef>
                <a:spcPts val="1530"/>
              </a:spcBef>
              <a:spcAft>
                <a:spcPts val="0"/>
              </a:spcAft>
              <a:buClr>
                <a:srgbClr val="888888"/>
              </a:buClr>
              <a:buSzPts val="5120"/>
              <a:buNone/>
              <a:defRPr sz="4895">
                <a:solidFill>
                  <a:srgbClr val="888888"/>
                </a:solidFill>
              </a:defRPr>
            </a:lvl5pPr>
            <a:lvl6pPr marL="2623066" lvl="5" indent="-218588" algn="l">
              <a:lnSpc>
                <a:spcPct val="90000"/>
              </a:lnSpc>
              <a:spcBef>
                <a:spcPts val="1530"/>
              </a:spcBef>
              <a:spcAft>
                <a:spcPts val="0"/>
              </a:spcAft>
              <a:buClr>
                <a:srgbClr val="888888"/>
              </a:buClr>
              <a:buSzPts val="5120"/>
              <a:buNone/>
              <a:defRPr sz="4895">
                <a:solidFill>
                  <a:srgbClr val="888888"/>
                </a:solidFill>
              </a:defRPr>
            </a:lvl6pPr>
            <a:lvl7pPr marL="3060243" lvl="6" indent="-218588" algn="l">
              <a:lnSpc>
                <a:spcPct val="90000"/>
              </a:lnSpc>
              <a:spcBef>
                <a:spcPts val="1530"/>
              </a:spcBef>
              <a:spcAft>
                <a:spcPts val="0"/>
              </a:spcAft>
              <a:buClr>
                <a:srgbClr val="888888"/>
              </a:buClr>
              <a:buSzPts val="5120"/>
              <a:buNone/>
              <a:defRPr sz="4895">
                <a:solidFill>
                  <a:srgbClr val="888888"/>
                </a:solidFill>
              </a:defRPr>
            </a:lvl7pPr>
            <a:lvl8pPr marL="3497421" lvl="7" indent="-218588" algn="l">
              <a:lnSpc>
                <a:spcPct val="90000"/>
              </a:lnSpc>
              <a:spcBef>
                <a:spcPts val="1530"/>
              </a:spcBef>
              <a:spcAft>
                <a:spcPts val="0"/>
              </a:spcAft>
              <a:buClr>
                <a:srgbClr val="888888"/>
              </a:buClr>
              <a:buSzPts val="5120"/>
              <a:buNone/>
              <a:defRPr sz="4895">
                <a:solidFill>
                  <a:srgbClr val="888888"/>
                </a:solidFill>
              </a:defRPr>
            </a:lvl8pPr>
            <a:lvl9pPr marL="3934597" lvl="8" indent="-218588" algn="l">
              <a:lnSpc>
                <a:spcPct val="90000"/>
              </a:lnSpc>
              <a:spcBef>
                <a:spcPts val="1530"/>
              </a:spcBef>
              <a:spcAft>
                <a:spcPts val="0"/>
              </a:spcAft>
              <a:buClr>
                <a:srgbClr val="888888"/>
              </a:buClr>
              <a:buSzPts val="5120"/>
              <a:buNone/>
              <a:defRPr sz="4895">
                <a:solidFill>
                  <a:srgbClr val="888888"/>
                </a:solidFill>
              </a:defRPr>
            </a:lvl9pPr>
          </a:lstStyle>
          <a:p>
            <a:endParaRPr/>
          </a:p>
        </p:txBody>
      </p:sp>
      <p:sp>
        <p:nvSpPr>
          <p:cNvPr id="26" name="Google Shape;26;p5"/>
          <p:cNvSpPr txBox="1">
            <a:spLocks noGrp="1"/>
          </p:cNvSpPr>
          <p:nvPr>
            <p:ph type="dt" idx="10"/>
          </p:nvPr>
        </p:nvSpPr>
        <p:spPr>
          <a:xfrm>
            <a:off x="2252226" y="20353565"/>
            <a:ext cx="7370981" cy="116926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5"/>
          <p:cNvSpPr txBox="1">
            <a:spLocks noGrp="1"/>
          </p:cNvSpPr>
          <p:nvPr>
            <p:ph type="ftr" idx="11"/>
          </p:nvPr>
        </p:nvSpPr>
        <p:spPr>
          <a:xfrm>
            <a:off x="10851632" y="20353565"/>
            <a:ext cx="11056323" cy="116926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5"/>
          <p:cNvSpPr txBox="1">
            <a:spLocks noGrp="1"/>
          </p:cNvSpPr>
          <p:nvPr>
            <p:ph type="sldNum" idx="12"/>
          </p:nvPr>
        </p:nvSpPr>
        <p:spPr>
          <a:xfrm>
            <a:off x="23136502" y="20353565"/>
            <a:ext cx="7370981" cy="116926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2252227" y="1169162"/>
            <a:ext cx="28255078" cy="424446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2252226" y="5845803"/>
            <a:ext cx="13922732" cy="13933266"/>
          </a:xfrm>
          <a:prstGeom prst="rect">
            <a:avLst/>
          </a:prstGeom>
          <a:noFill/>
          <a:ln>
            <a:noFill/>
          </a:ln>
        </p:spPr>
        <p:txBody>
          <a:bodyPr spcFirstLastPara="1" wrap="square" lIns="91425" tIns="45700" rIns="91425" bIns="45700" anchor="t" anchorCtr="0">
            <a:normAutofit/>
          </a:bodyPr>
          <a:lstStyle>
            <a:lvl1pPr marL="437178" lvl="0" indent="-327883" algn="l">
              <a:lnSpc>
                <a:spcPct val="90000"/>
              </a:lnSpc>
              <a:spcBef>
                <a:spcPts val="3060"/>
              </a:spcBef>
              <a:spcAft>
                <a:spcPts val="0"/>
              </a:spcAft>
              <a:buClr>
                <a:schemeClr val="dk1"/>
              </a:buClr>
              <a:buSzPts val="1800"/>
              <a:buChar char="•"/>
              <a:defRPr/>
            </a:lvl1pPr>
            <a:lvl2pPr marL="874355" lvl="1" indent="-327883" algn="l">
              <a:lnSpc>
                <a:spcPct val="90000"/>
              </a:lnSpc>
              <a:spcBef>
                <a:spcPts val="1530"/>
              </a:spcBef>
              <a:spcAft>
                <a:spcPts val="0"/>
              </a:spcAft>
              <a:buClr>
                <a:schemeClr val="dk1"/>
              </a:buClr>
              <a:buSzPts val="1800"/>
              <a:buChar char="•"/>
              <a:defRPr/>
            </a:lvl2pPr>
            <a:lvl3pPr marL="1311533" lvl="2" indent="-327883" algn="l">
              <a:lnSpc>
                <a:spcPct val="90000"/>
              </a:lnSpc>
              <a:spcBef>
                <a:spcPts val="1530"/>
              </a:spcBef>
              <a:spcAft>
                <a:spcPts val="0"/>
              </a:spcAft>
              <a:buClr>
                <a:schemeClr val="dk1"/>
              </a:buClr>
              <a:buSzPts val="1800"/>
              <a:buChar char="•"/>
              <a:defRPr/>
            </a:lvl3pPr>
            <a:lvl4pPr marL="1748710" lvl="3" indent="-327883" algn="l">
              <a:lnSpc>
                <a:spcPct val="90000"/>
              </a:lnSpc>
              <a:spcBef>
                <a:spcPts val="1530"/>
              </a:spcBef>
              <a:spcAft>
                <a:spcPts val="0"/>
              </a:spcAft>
              <a:buClr>
                <a:schemeClr val="dk1"/>
              </a:buClr>
              <a:buSzPts val="1800"/>
              <a:buChar char="•"/>
              <a:defRPr/>
            </a:lvl4pPr>
            <a:lvl5pPr marL="2185888" lvl="4" indent="-327883" algn="l">
              <a:lnSpc>
                <a:spcPct val="90000"/>
              </a:lnSpc>
              <a:spcBef>
                <a:spcPts val="1530"/>
              </a:spcBef>
              <a:spcAft>
                <a:spcPts val="0"/>
              </a:spcAft>
              <a:buClr>
                <a:schemeClr val="dk1"/>
              </a:buClr>
              <a:buSzPts val="1800"/>
              <a:buChar char="•"/>
              <a:defRPr/>
            </a:lvl5pPr>
            <a:lvl6pPr marL="2623066" lvl="5" indent="-327883" algn="l">
              <a:lnSpc>
                <a:spcPct val="90000"/>
              </a:lnSpc>
              <a:spcBef>
                <a:spcPts val="1530"/>
              </a:spcBef>
              <a:spcAft>
                <a:spcPts val="0"/>
              </a:spcAft>
              <a:buClr>
                <a:schemeClr val="dk1"/>
              </a:buClr>
              <a:buSzPts val="1800"/>
              <a:buChar char="•"/>
              <a:defRPr/>
            </a:lvl6pPr>
            <a:lvl7pPr marL="3060243" lvl="6" indent="-327883" algn="l">
              <a:lnSpc>
                <a:spcPct val="90000"/>
              </a:lnSpc>
              <a:spcBef>
                <a:spcPts val="1530"/>
              </a:spcBef>
              <a:spcAft>
                <a:spcPts val="0"/>
              </a:spcAft>
              <a:buClr>
                <a:schemeClr val="dk1"/>
              </a:buClr>
              <a:buSzPts val="1800"/>
              <a:buChar char="•"/>
              <a:defRPr/>
            </a:lvl7pPr>
            <a:lvl8pPr marL="3497421" lvl="7" indent="-327883" algn="l">
              <a:lnSpc>
                <a:spcPct val="90000"/>
              </a:lnSpc>
              <a:spcBef>
                <a:spcPts val="1530"/>
              </a:spcBef>
              <a:spcAft>
                <a:spcPts val="0"/>
              </a:spcAft>
              <a:buClr>
                <a:schemeClr val="dk1"/>
              </a:buClr>
              <a:buSzPts val="1800"/>
              <a:buChar char="•"/>
              <a:defRPr/>
            </a:lvl8pPr>
            <a:lvl9pPr marL="3934597" lvl="8" indent="-327883" algn="l">
              <a:lnSpc>
                <a:spcPct val="90000"/>
              </a:lnSpc>
              <a:spcBef>
                <a:spcPts val="1530"/>
              </a:spcBef>
              <a:spcAft>
                <a:spcPts val="0"/>
              </a:spcAft>
              <a:buClr>
                <a:schemeClr val="dk1"/>
              </a:buClr>
              <a:buSzPts val="1800"/>
              <a:buChar char="•"/>
              <a:defRPr/>
            </a:lvl9pPr>
          </a:lstStyle>
          <a:p>
            <a:endParaRPr/>
          </a:p>
        </p:txBody>
      </p:sp>
      <p:sp>
        <p:nvSpPr>
          <p:cNvPr id="32" name="Google Shape;32;p6"/>
          <p:cNvSpPr txBox="1">
            <a:spLocks noGrp="1"/>
          </p:cNvSpPr>
          <p:nvPr>
            <p:ph type="body" idx="2"/>
          </p:nvPr>
        </p:nvSpPr>
        <p:spPr>
          <a:xfrm>
            <a:off x="16584573" y="5845803"/>
            <a:ext cx="13922732" cy="13933266"/>
          </a:xfrm>
          <a:prstGeom prst="rect">
            <a:avLst/>
          </a:prstGeom>
          <a:noFill/>
          <a:ln>
            <a:noFill/>
          </a:ln>
        </p:spPr>
        <p:txBody>
          <a:bodyPr spcFirstLastPara="1" wrap="square" lIns="91425" tIns="45700" rIns="91425" bIns="45700" anchor="t" anchorCtr="0">
            <a:normAutofit/>
          </a:bodyPr>
          <a:lstStyle>
            <a:lvl1pPr marL="437178" lvl="0" indent="-327883" algn="l">
              <a:lnSpc>
                <a:spcPct val="90000"/>
              </a:lnSpc>
              <a:spcBef>
                <a:spcPts val="3060"/>
              </a:spcBef>
              <a:spcAft>
                <a:spcPts val="0"/>
              </a:spcAft>
              <a:buClr>
                <a:schemeClr val="dk1"/>
              </a:buClr>
              <a:buSzPts val="1800"/>
              <a:buChar char="•"/>
              <a:defRPr/>
            </a:lvl1pPr>
            <a:lvl2pPr marL="874355" lvl="1" indent="-327883" algn="l">
              <a:lnSpc>
                <a:spcPct val="90000"/>
              </a:lnSpc>
              <a:spcBef>
                <a:spcPts val="1530"/>
              </a:spcBef>
              <a:spcAft>
                <a:spcPts val="0"/>
              </a:spcAft>
              <a:buClr>
                <a:schemeClr val="dk1"/>
              </a:buClr>
              <a:buSzPts val="1800"/>
              <a:buChar char="•"/>
              <a:defRPr/>
            </a:lvl2pPr>
            <a:lvl3pPr marL="1311533" lvl="2" indent="-327883" algn="l">
              <a:lnSpc>
                <a:spcPct val="90000"/>
              </a:lnSpc>
              <a:spcBef>
                <a:spcPts val="1530"/>
              </a:spcBef>
              <a:spcAft>
                <a:spcPts val="0"/>
              </a:spcAft>
              <a:buClr>
                <a:schemeClr val="dk1"/>
              </a:buClr>
              <a:buSzPts val="1800"/>
              <a:buChar char="•"/>
              <a:defRPr/>
            </a:lvl3pPr>
            <a:lvl4pPr marL="1748710" lvl="3" indent="-327883" algn="l">
              <a:lnSpc>
                <a:spcPct val="90000"/>
              </a:lnSpc>
              <a:spcBef>
                <a:spcPts val="1530"/>
              </a:spcBef>
              <a:spcAft>
                <a:spcPts val="0"/>
              </a:spcAft>
              <a:buClr>
                <a:schemeClr val="dk1"/>
              </a:buClr>
              <a:buSzPts val="1800"/>
              <a:buChar char="•"/>
              <a:defRPr/>
            </a:lvl4pPr>
            <a:lvl5pPr marL="2185888" lvl="4" indent="-327883" algn="l">
              <a:lnSpc>
                <a:spcPct val="90000"/>
              </a:lnSpc>
              <a:spcBef>
                <a:spcPts val="1530"/>
              </a:spcBef>
              <a:spcAft>
                <a:spcPts val="0"/>
              </a:spcAft>
              <a:buClr>
                <a:schemeClr val="dk1"/>
              </a:buClr>
              <a:buSzPts val="1800"/>
              <a:buChar char="•"/>
              <a:defRPr/>
            </a:lvl5pPr>
            <a:lvl6pPr marL="2623066" lvl="5" indent="-327883" algn="l">
              <a:lnSpc>
                <a:spcPct val="90000"/>
              </a:lnSpc>
              <a:spcBef>
                <a:spcPts val="1530"/>
              </a:spcBef>
              <a:spcAft>
                <a:spcPts val="0"/>
              </a:spcAft>
              <a:buClr>
                <a:schemeClr val="dk1"/>
              </a:buClr>
              <a:buSzPts val="1800"/>
              <a:buChar char="•"/>
              <a:defRPr/>
            </a:lvl6pPr>
            <a:lvl7pPr marL="3060243" lvl="6" indent="-327883" algn="l">
              <a:lnSpc>
                <a:spcPct val="90000"/>
              </a:lnSpc>
              <a:spcBef>
                <a:spcPts val="1530"/>
              </a:spcBef>
              <a:spcAft>
                <a:spcPts val="0"/>
              </a:spcAft>
              <a:buClr>
                <a:schemeClr val="dk1"/>
              </a:buClr>
              <a:buSzPts val="1800"/>
              <a:buChar char="•"/>
              <a:defRPr/>
            </a:lvl7pPr>
            <a:lvl8pPr marL="3497421" lvl="7" indent="-327883" algn="l">
              <a:lnSpc>
                <a:spcPct val="90000"/>
              </a:lnSpc>
              <a:spcBef>
                <a:spcPts val="1530"/>
              </a:spcBef>
              <a:spcAft>
                <a:spcPts val="0"/>
              </a:spcAft>
              <a:buClr>
                <a:schemeClr val="dk1"/>
              </a:buClr>
              <a:buSzPts val="1800"/>
              <a:buChar char="•"/>
              <a:defRPr/>
            </a:lvl8pPr>
            <a:lvl9pPr marL="3934597" lvl="8" indent="-327883" algn="l">
              <a:lnSpc>
                <a:spcPct val="90000"/>
              </a:lnSpc>
              <a:spcBef>
                <a:spcPts val="1530"/>
              </a:spcBef>
              <a:spcAft>
                <a:spcPts val="0"/>
              </a:spcAft>
              <a:buClr>
                <a:schemeClr val="dk1"/>
              </a:buClr>
              <a:buSzPts val="1800"/>
              <a:buChar char="•"/>
              <a:defRPr/>
            </a:lvl9pPr>
          </a:lstStyle>
          <a:p>
            <a:endParaRPr/>
          </a:p>
        </p:txBody>
      </p:sp>
      <p:sp>
        <p:nvSpPr>
          <p:cNvPr id="33" name="Google Shape;33;p6"/>
          <p:cNvSpPr txBox="1">
            <a:spLocks noGrp="1"/>
          </p:cNvSpPr>
          <p:nvPr>
            <p:ph type="dt" idx="10"/>
          </p:nvPr>
        </p:nvSpPr>
        <p:spPr>
          <a:xfrm>
            <a:off x="2252226" y="20353565"/>
            <a:ext cx="7370981" cy="116926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10851632" y="20353565"/>
            <a:ext cx="11056323" cy="116926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23136502" y="20353565"/>
            <a:ext cx="7370981" cy="116926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2256494" y="1169162"/>
            <a:ext cx="28255078" cy="424446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2256495" y="5383224"/>
            <a:ext cx="13858841" cy="2638117"/>
          </a:xfrm>
          <a:prstGeom prst="rect">
            <a:avLst/>
          </a:prstGeom>
          <a:noFill/>
          <a:ln>
            <a:noFill/>
          </a:ln>
        </p:spPr>
        <p:txBody>
          <a:bodyPr spcFirstLastPara="1" wrap="square" lIns="91425" tIns="45700" rIns="91425" bIns="45700" anchor="b" anchorCtr="0">
            <a:normAutofit/>
          </a:bodyPr>
          <a:lstStyle>
            <a:lvl1pPr marL="437178" lvl="0" indent="-218588" algn="l">
              <a:lnSpc>
                <a:spcPct val="90000"/>
              </a:lnSpc>
              <a:spcBef>
                <a:spcPts val="3060"/>
              </a:spcBef>
              <a:spcAft>
                <a:spcPts val="0"/>
              </a:spcAft>
              <a:buClr>
                <a:schemeClr val="dk1"/>
              </a:buClr>
              <a:buSzPts val="7680"/>
              <a:buNone/>
              <a:defRPr sz="7344" b="1"/>
            </a:lvl1pPr>
            <a:lvl2pPr marL="874355" lvl="1" indent="-218588" algn="l">
              <a:lnSpc>
                <a:spcPct val="90000"/>
              </a:lnSpc>
              <a:spcBef>
                <a:spcPts val="1530"/>
              </a:spcBef>
              <a:spcAft>
                <a:spcPts val="0"/>
              </a:spcAft>
              <a:buClr>
                <a:schemeClr val="dk1"/>
              </a:buClr>
              <a:buSzPts val="6400"/>
              <a:buNone/>
              <a:defRPr sz="6120" b="1"/>
            </a:lvl2pPr>
            <a:lvl3pPr marL="1311533" lvl="2" indent="-218588" algn="l">
              <a:lnSpc>
                <a:spcPct val="90000"/>
              </a:lnSpc>
              <a:spcBef>
                <a:spcPts val="1530"/>
              </a:spcBef>
              <a:spcAft>
                <a:spcPts val="0"/>
              </a:spcAft>
              <a:buClr>
                <a:schemeClr val="dk1"/>
              </a:buClr>
              <a:buSzPts val="5760"/>
              <a:buNone/>
              <a:defRPr sz="5507" b="1"/>
            </a:lvl3pPr>
            <a:lvl4pPr marL="1748710" lvl="3" indent="-218588" algn="l">
              <a:lnSpc>
                <a:spcPct val="90000"/>
              </a:lnSpc>
              <a:spcBef>
                <a:spcPts val="1530"/>
              </a:spcBef>
              <a:spcAft>
                <a:spcPts val="0"/>
              </a:spcAft>
              <a:buClr>
                <a:schemeClr val="dk1"/>
              </a:buClr>
              <a:buSzPts val="5120"/>
              <a:buNone/>
              <a:defRPr sz="4895" b="1"/>
            </a:lvl4pPr>
            <a:lvl5pPr marL="2185888" lvl="4" indent="-218588" algn="l">
              <a:lnSpc>
                <a:spcPct val="90000"/>
              </a:lnSpc>
              <a:spcBef>
                <a:spcPts val="1530"/>
              </a:spcBef>
              <a:spcAft>
                <a:spcPts val="0"/>
              </a:spcAft>
              <a:buClr>
                <a:schemeClr val="dk1"/>
              </a:buClr>
              <a:buSzPts val="5120"/>
              <a:buNone/>
              <a:defRPr sz="4895" b="1"/>
            </a:lvl5pPr>
            <a:lvl6pPr marL="2623066" lvl="5" indent="-218588" algn="l">
              <a:lnSpc>
                <a:spcPct val="90000"/>
              </a:lnSpc>
              <a:spcBef>
                <a:spcPts val="1530"/>
              </a:spcBef>
              <a:spcAft>
                <a:spcPts val="0"/>
              </a:spcAft>
              <a:buClr>
                <a:schemeClr val="dk1"/>
              </a:buClr>
              <a:buSzPts val="5120"/>
              <a:buNone/>
              <a:defRPr sz="4895" b="1"/>
            </a:lvl6pPr>
            <a:lvl7pPr marL="3060243" lvl="6" indent="-218588" algn="l">
              <a:lnSpc>
                <a:spcPct val="90000"/>
              </a:lnSpc>
              <a:spcBef>
                <a:spcPts val="1530"/>
              </a:spcBef>
              <a:spcAft>
                <a:spcPts val="0"/>
              </a:spcAft>
              <a:buClr>
                <a:schemeClr val="dk1"/>
              </a:buClr>
              <a:buSzPts val="5120"/>
              <a:buNone/>
              <a:defRPr sz="4895" b="1"/>
            </a:lvl7pPr>
            <a:lvl8pPr marL="3497421" lvl="7" indent="-218588" algn="l">
              <a:lnSpc>
                <a:spcPct val="90000"/>
              </a:lnSpc>
              <a:spcBef>
                <a:spcPts val="1530"/>
              </a:spcBef>
              <a:spcAft>
                <a:spcPts val="0"/>
              </a:spcAft>
              <a:buClr>
                <a:schemeClr val="dk1"/>
              </a:buClr>
              <a:buSzPts val="5120"/>
              <a:buNone/>
              <a:defRPr sz="4895" b="1"/>
            </a:lvl8pPr>
            <a:lvl9pPr marL="3934597" lvl="8" indent="-218588" algn="l">
              <a:lnSpc>
                <a:spcPct val="90000"/>
              </a:lnSpc>
              <a:spcBef>
                <a:spcPts val="1530"/>
              </a:spcBef>
              <a:spcAft>
                <a:spcPts val="0"/>
              </a:spcAft>
              <a:buClr>
                <a:schemeClr val="dk1"/>
              </a:buClr>
              <a:buSzPts val="5120"/>
              <a:buNone/>
              <a:defRPr sz="4895" b="1"/>
            </a:lvl9pPr>
          </a:lstStyle>
          <a:p>
            <a:endParaRPr/>
          </a:p>
        </p:txBody>
      </p:sp>
      <p:sp>
        <p:nvSpPr>
          <p:cNvPr id="39" name="Google Shape;39;p7"/>
          <p:cNvSpPr txBox="1">
            <a:spLocks noGrp="1"/>
          </p:cNvSpPr>
          <p:nvPr>
            <p:ph type="body" idx="2"/>
          </p:nvPr>
        </p:nvSpPr>
        <p:spPr>
          <a:xfrm>
            <a:off x="2256495" y="8021460"/>
            <a:ext cx="13858841" cy="11798276"/>
          </a:xfrm>
          <a:prstGeom prst="rect">
            <a:avLst/>
          </a:prstGeom>
          <a:noFill/>
          <a:ln>
            <a:noFill/>
          </a:ln>
        </p:spPr>
        <p:txBody>
          <a:bodyPr spcFirstLastPara="1" wrap="square" lIns="91425" tIns="45700" rIns="91425" bIns="45700" anchor="t" anchorCtr="0">
            <a:normAutofit/>
          </a:bodyPr>
          <a:lstStyle>
            <a:lvl1pPr marL="437178" lvl="0" indent="-327883" algn="l">
              <a:lnSpc>
                <a:spcPct val="90000"/>
              </a:lnSpc>
              <a:spcBef>
                <a:spcPts val="3060"/>
              </a:spcBef>
              <a:spcAft>
                <a:spcPts val="0"/>
              </a:spcAft>
              <a:buClr>
                <a:schemeClr val="dk1"/>
              </a:buClr>
              <a:buSzPts val="1800"/>
              <a:buChar char="•"/>
              <a:defRPr/>
            </a:lvl1pPr>
            <a:lvl2pPr marL="874355" lvl="1" indent="-327883" algn="l">
              <a:lnSpc>
                <a:spcPct val="90000"/>
              </a:lnSpc>
              <a:spcBef>
                <a:spcPts val="1530"/>
              </a:spcBef>
              <a:spcAft>
                <a:spcPts val="0"/>
              </a:spcAft>
              <a:buClr>
                <a:schemeClr val="dk1"/>
              </a:buClr>
              <a:buSzPts val="1800"/>
              <a:buChar char="•"/>
              <a:defRPr/>
            </a:lvl2pPr>
            <a:lvl3pPr marL="1311533" lvl="2" indent="-327883" algn="l">
              <a:lnSpc>
                <a:spcPct val="90000"/>
              </a:lnSpc>
              <a:spcBef>
                <a:spcPts val="1530"/>
              </a:spcBef>
              <a:spcAft>
                <a:spcPts val="0"/>
              </a:spcAft>
              <a:buClr>
                <a:schemeClr val="dk1"/>
              </a:buClr>
              <a:buSzPts val="1800"/>
              <a:buChar char="•"/>
              <a:defRPr/>
            </a:lvl3pPr>
            <a:lvl4pPr marL="1748710" lvl="3" indent="-327883" algn="l">
              <a:lnSpc>
                <a:spcPct val="90000"/>
              </a:lnSpc>
              <a:spcBef>
                <a:spcPts val="1530"/>
              </a:spcBef>
              <a:spcAft>
                <a:spcPts val="0"/>
              </a:spcAft>
              <a:buClr>
                <a:schemeClr val="dk1"/>
              </a:buClr>
              <a:buSzPts val="1800"/>
              <a:buChar char="•"/>
              <a:defRPr/>
            </a:lvl4pPr>
            <a:lvl5pPr marL="2185888" lvl="4" indent="-327883" algn="l">
              <a:lnSpc>
                <a:spcPct val="90000"/>
              </a:lnSpc>
              <a:spcBef>
                <a:spcPts val="1530"/>
              </a:spcBef>
              <a:spcAft>
                <a:spcPts val="0"/>
              </a:spcAft>
              <a:buClr>
                <a:schemeClr val="dk1"/>
              </a:buClr>
              <a:buSzPts val="1800"/>
              <a:buChar char="•"/>
              <a:defRPr/>
            </a:lvl5pPr>
            <a:lvl6pPr marL="2623066" lvl="5" indent="-327883" algn="l">
              <a:lnSpc>
                <a:spcPct val="90000"/>
              </a:lnSpc>
              <a:spcBef>
                <a:spcPts val="1530"/>
              </a:spcBef>
              <a:spcAft>
                <a:spcPts val="0"/>
              </a:spcAft>
              <a:buClr>
                <a:schemeClr val="dk1"/>
              </a:buClr>
              <a:buSzPts val="1800"/>
              <a:buChar char="•"/>
              <a:defRPr/>
            </a:lvl6pPr>
            <a:lvl7pPr marL="3060243" lvl="6" indent="-327883" algn="l">
              <a:lnSpc>
                <a:spcPct val="90000"/>
              </a:lnSpc>
              <a:spcBef>
                <a:spcPts val="1530"/>
              </a:spcBef>
              <a:spcAft>
                <a:spcPts val="0"/>
              </a:spcAft>
              <a:buClr>
                <a:schemeClr val="dk1"/>
              </a:buClr>
              <a:buSzPts val="1800"/>
              <a:buChar char="•"/>
              <a:defRPr/>
            </a:lvl7pPr>
            <a:lvl8pPr marL="3497421" lvl="7" indent="-327883" algn="l">
              <a:lnSpc>
                <a:spcPct val="90000"/>
              </a:lnSpc>
              <a:spcBef>
                <a:spcPts val="1530"/>
              </a:spcBef>
              <a:spcAft>
                <a:spcPts val="0"/>
              </a:spcAft>
              <a:buClr>
                <a:schemeClr val="dk1"/>
              </a:buClr>
              <a:buSzPts val="1800"/>
              <a:buChar char="•"/>
              <a:defRPr/>
            </a:lvl8pPr>
            <a:lvl9pPr marL="3934597" lvl="8" indent="-327883" algn="l">
              <a:lnSpc>
                <a:spcPct val="90000"/>
              </a:lnSpc>
              <a:spcBef>
                <a:spcPts val="1530"/>
              </a:spcBef>
              <a:spcAft>
                <a:spcPts val="0"/>
              </a:spcAft>
              <a:buClr>
                <a:schemeClr val="dk1"/>
              </a:buClr>
              <a:buSzPts val="1800"/>
              <a:buChar char="•"/>
              <a:defRPr/>
            </a:lvl9pPr>
          </a:lstStyle>
          <a:p>
            <a:endParaRPr/>
          </a:p>
        </p:txBody>
      </p:sp>
      <p:sp>
        <p:nvSpPr>
          <p:cNvPr id="40" name="Google Shape;40;p7"/>
          <p:cNvSpPr txBox="1">
            <a:spLocks noGrp="1"/>
          </p:cNvSpPr>
          <p:nvPr>
            <p:ph type="body" idx="3"/>
          </p:nvPr>
        </p:nvSpPr>
        <p:spPr>
          <a:xfrm>
            <a:off x="16584574" y="5383224"/>
            <a:ext cx="13927210" cy="2638117"/>
          </a:xfrm>
          <a:prstGeom prst="rect">
            <a:avLst/>
          </a:prstGeom>
          <a:noFill/>
          <a:ln>
            <a:noFill/>
          </a:ln>
        </p:spPr>
        <p:txBody>
          <a:bodyPr spcFirstLastPara="1" wrap="square" lIns="91425" tIns="45700" rIns="91425" bIns="45700" anchor="b" anchorCtr="0">
            <a:normAutofit/>
          </a:bodyPr>
          <a:lstStyle>
            <a:lvl1pPr marL="437178" lvl="0" indent="-218588" algn="l">
              <a:lnSpc>
                <a:spcPct val="90000"/>
              </a:lnSpc>
              <a:spcBef>
                <a:spcPts val="3060"/>
              </a:spcBef>
              <a:spcAft>
                <a:spcPts val="0"/>
              </a:spcAft>
              <a:buClr>
                <a:schemeClr val="dk1"/>
              </a:buClr>
              <a:buSzPts val="7680"/>
              <a:buNone/>
              <a:defRPr sz="7344" b="1"/>
            </a:lvl1pPr>
            <a:lvl2pPr marL="874355" lvl="1" indent="-218588" algn="l">
              <a:lnSpc>
                <a:spcPct val="90000"/>
              </a:lnSpc>
              <a:spcBef>
                <a:spcPts val="1530"/>
              </a:spcBef>
              <a:spcAft>
                <a:spcPts val="0"/>
              </a:spcAft>
              <a:buClr>
                <a:schemeClr val="dk1"/>
              </a:buClr>
              <a:buSzPts val="6400"/>
              <a:buNone/>
              <a:defRPr sz="6120" b="1"/>
            </a:lvl2pPr>
            <a:lvl3pPr marL="1311533" lvl="2" indent="-218588" algn="l">
              <a:lnSpc>
                <a:spcPct val="90000"/>
              </a:lnSpc>
              <a:spcBef>
                <a:spcPts val="1530"/>
              </a:spcBef>
              <a:spcAft>
                <a:spcPts val="0"/>
              </a:spcAft>
              <a:buClr>
                <a:schemeClr val="dk1"/>
              </a:buClr>
              <a:buSzPts val="5760"/>
              <a:buNone/>
              <a:defRPr sz="5507" b="1"/>
            </a:lvl3pPr>
            <a:lvl4pPr marL="1748710" lvl="3" indent="-218588" algn="l">
              <a:lnSpc>
                <a:spcPct val="90000"/>
              </a:lnSpc>
              <a:spcBef>
                <a:spcPts val="1530"/>
              </a:spcBef>
              <a:spcAft>
                <a:spcPts val="0"/>
              </a:spcAft>
              <a:buClr>
                <a:schemeClr val="dk1"/>
              </a:buClr>
              <a:buSzPts val="5120"/>
              <a:buNone/>
              <a:defRPr sz="4895" b="1"/>
            </a:lvl4pPr>
            <a:lvl5pPr marL="2185888" lvl="4" indent="-218588" algn="l">
              <a:lnSpc>
                <a:spcPct val="90000"/>
              </a:lnSpc>
              <a:spcBef>
                <a:spcPts val="1530"/>
              </a:spcBef>
              <a:spcAft>
                <a:spcPts val="0"/>
              </a:spcAft>
              <a:buClr>
                <a:schemeClr val="dk1"/>
              </a:buClr>
              <a:buSzPts val="5120"/>
              <a:buNone/>
              <a:defRPr sz="4895" b="1"/>
            </a:lvl5pPr>
            <a:lvl6pPr marL="2623066" lvl="5" indent="-218588" algn="l">
              <a:lnSpc>
                <a:spcPct val="90000"/>
              </a:lnSpc>
              <a:spcBef>
                <a:spcPts val="1530"/>
              </a:spcBef>
              <a:spcAft>
                <a:spcPts val="0"/>
              </a:spcAft>
              <a:buClr>
                <a:schemeClr val="dk1"/>
              </a:buClr>
              <a:buSzPts val="5120"/>
              <a:buNone/>
              <a:defRPr sz="4895" b="1"/>
            </a:lvl6pPr>
            <a:lvl7pPr marL="3060243" lvl="6" indent="-218588" algn="l">
              <a:lnSpc>
                <a:spcPct val="90000"/>
              </a:lnSpc>
              <a:spcBef>
                <a:spcPts val="1530"/>
              </a:spcBef>
              <a:spcAft>
                <a:spcPts val="0"/>
              </a:spcAft>
              <a:buClr>
                <a:schemeClr val="dk1"/>
              </a:buClr>
              <a:buSzPts val="5120"/>
              <a:buNone/>
              <a:defRPr sz="4895" b="1"/>
            </a:lvl7pPr>
            <a:lvl8pPr marL="3497421" lvl="7" indent="-218588" algn="l">
              <a:lnSpc>
                <a:spcPct val="90000"/>
              </a:lnSpc>
              <a:spcBef>
                <a:spcPts val="1530"/>
              </a:spcBef>
              <a:spcAft>
                <a:spcPts val="0"/>
              </a:spcAft>
              <a:buClr>
                <a:schemeClr val="dk1"/>
              </a:buClr>
              <a:buSzPts val="5120"/>
              <a:buNone/>
              <a:defRPr sz="4895" b="1"/>
            </a:lvl8pPr>
            <a:lvl9pPr marL="3934597" lvl="8" indent="-218588" algn="l">
              <a:lnSpc>
                <a:spcPct val="90000"/>
              </a:lnSpc>
              <a:spcBef>
                <a:spcPts val="1530"/>
              </a:spcBef>
              <a:spcAft>
                <a:spcPts val="0"/>
              </a:spcAft>
              <a:buClr>
                <a:schemeClr val="dk1"/>
              </a:buClr>
              <a:buSzPts val="5120"/>
              <a:buNone/>
              <a:defRPr sz="4895" b="1"/>
            </a:lvl9pPr>
          </a:lstStyle>
          <a:p>
            <a:endParaRPr/>
          </a:p>
        </p:txBody>
      </p:sp>
      <p:sp>
        <p:nvSpPr>
          <p:cNvPr id="41" name="Google Shape;41;p7"/>
          <p:cNvSpPr txBox="1">
            <a:spLocks noGrp="1"/>
          </p:cNvSpPr>
          <p:nvPr>
            <p:ph type="body" idx="4"/>
          </p:nvPr>
        </p:nvSpPr>
        <p:spPr>
          <a:xfrm>
            <a:off x="16584574" y="8021460"/>
            <a:ext cx="13927210" cy="11798276"/>
          </a:xfrm>
          <a:prstGeom prst="rect">
            <a:avLst/>
          </a:prstGeom>
          <a:noFill/>
          <a:ln>
            <a:noFill/>
          </a:ln>
        </p:spPr>
        <p:txBody>
          <a:bodyPr spcFirstLastPara="1" wrap="square" lIns="91425" tIns="45700" rIns="91425" bIns="45700" anchor="t" anchorCtr="0">
            <a:normAutofit/>
          </a:bodyPr>
          <a:lstStyle>
            <a:lvl1pPr marL="437178" lvl="0" indent="-327883" algn="l">
              <a:lnSpc>
                <a:spcPct val="90000"/>
              </a:lnSpc>
              <a:spcBef>
                <a:spcPts val="3060"/>
              </a:spcBef>
              <a:spcAft>
                <a:spcPts val="0"/>
              </a:spcAft>
              <a:buClr>
                <a:schemeClr val="dk1"/>
              </a:buClr>
              <a:buSzPts val="1800"/>
              <a:buChar char="•"/>
              <a:defRPr/>
            </a:lvl1pPr>
            <a:lvl2pPr marL="874355" lvl="1" indent="-327883" algn="l">
              <a:lnSpc>
                <a:spcPct val="90000"/>
              </a:lnSpc>
              <a:spcBef>
                <a:spcPts val="1530"/>
              </a:spcBef>
              <a:spcAft>
                <a:spcPts val="0"/>
              </a:spcAft>
              <a:buClr>
                <a:schemeClr val="dk1"/>
              </a:buClr>
              <a:buSzPts val="1800"/>
              <a:buChar char="•"/>
              <a:defRPr/>
            </a:lvl2pPr>
            <a:lvl3pPr marL="1311533" lvl="2" indent="-327883" algn="l">
              <a:lnSpc>
                <a:spcPct val="90000"/>
              </a:lnSpc>
              <a:spcBef>
                <a:spcPts val="1530"/>
              </a:spcBef>
              <a:spcAft>
                <a:spcPts val="0"/>
              </a:spcAft>
              <a:buClr>
                <a:schemeClr val="dk1"/>
              </a:buClr>
              <a:buSzPts val="1800"/>
              <a:buChar char="•"/>
              <a:defRPr/>
            </a:lvl3pPr>
            <a:lvl4pPr marL="1748710" lvl="3" indent="-327883" algn="l">
              <a:lnSpc>
                <a:spcPct val="90000"/>
              </a:lnSpc>
              <a:spcBef>
                <a:spcPts val="1530"/>
              </a:spcBef>
              <a:spcAft>
                <a:spcPts val="0"/>
              </a:spcAft>
              <a:buClr>
                <a:schemeClr val="dk1"/>
              </a:buClr>
              <a:buSzPts val="1800"/>
              <a:buChar char="•"/>
              <a:defRPr/>
            </a:lvl4pPr>
            <a:lvl5pPr marL="2185888" lvl="4" indent="-327883" algn="l">
              <a:lnSpc>
                <a:spcPct val="90000"/>
              </a:lnSpc>
              <a:spcBef>
                <a:spcPts val="1530"/>
              </a:spcBef>
              <a:spcAft>
                <a:spcPts val="0"/>
              </a:spcAft>
              <a:buClr>
                <a:schemeClr val="dk1"/>
              </a:buClr>
              <a:buSzPts val="1800"/>
              <a:buChar char="•"/>
              <a:defRPr/>
            </a:lvl5pPr>
            <a:lvl6pPr marL="2623066" lvl="5" indent="-327883" algn="l">
              <a:lnSpc>
                <a:spcPct val="90000"/>
              </a:lnSpc>
              <a:spcBef>
                <a:spcPts val="1530"/>
              </a:spcBef>
              <a:spcAft>
                <a:spcPts val="0"/>
              </a:spcAft>
              <a:buClr>
                <a:schemeClr val="dk1"/>
              </a:buClr>
              <a:buSzPts val="1800"/>
              <a:buChar char="•"/>
              <a:defRPr/>
            </a:lvl6pPr>
            <a:lvl7pPr marL="3060243" lvl="6" indent="-327883" algn="l">
              <a:lnSpc>
                <a:spcPct val="90000"/>
              </a:lnSpc>
              <a:spcBef>
                <a:spcPts val="1530"/>
              </a:spcBef>
              <a:spcAft>
                <a:spcPts val="0"/>
              </a:spcAft>
              <a:buClr>
                <a:schemeClr val="dk1"/>
              </a:buClr>
              <a:buSzPts val="1800"/>
              <a:buChar char="•"/>
              <a:defRPr/>
            </a:lvl7pPr>
            <a:lvl8pPr marL="3497421" lvl="7" indent="-327883" algn="l">
              <a:lnSpc>
                <a:spcPct val="90000"/>
              </a:lnSpc>
              <a:spcBef>
                <a:spcPts val="1530"/>
              </a:spcBef>
              <a:spcAft>
                <a:spcPts val="0"/>
              </a:spcAft>
              <a:buClr>
                <a:schemeClr val="dk1"/>
              </a:buClr>
              <a:buSzPts val="1800"/>
              <a:buChar char="•"/>
              <a:defRPr/>
            </a:lvl8pPr>
            <a:lvl9pPr marL="3934597" lvl="8" indent="-327883" algn="l">
              <a:lnSpc>
                <a:spcPct val="90000"/>
              </a:lnSpc>
              <a:spcBef>
                <a:spcPts val="1530"/>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2252226" y="20353565"/>
            <a:ext cx="7370981" cy="116926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10851632" y="20353565"/>
            <a:ext cx="11056323" cy="116926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23136502" y="20353565"/>
            <a:ext cx="7370981" cy="116926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2252227" y="1169162"/>
            <a:ext cx="28255078" cy="424446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2252226" y="20353565"/>
            <a:ext cx="7370981" cy="116926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10851632" y="20353565"/>
            <a:ext cx="11056323" cy="116926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23136502" y="20353565"/>
            <a:ext cx="7370981" cy="116926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2252226" y="20353565"/>
            <a:ext cx="7370981" cy="116926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10851632" y="20353565"/>
            <a:ext cx="11056323" cy="116926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23136502" y="20353565"/>
            <a:ext cx="7370981" cy="116926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2256494" y="1463992"/>
            <a:ext cx="10565799" cy="512403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0240"/>
              <a:buFont typeface="Calibri"/>
              <a:buNone/>
              <a:defRPr sz="9792"/>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13927120" y="3161819"/>
            <a:ext cx="16584632" cy="15605654"/>
          </a:xfrm>
          <a:prstGeom prst="rect">
            <a:avLst/>
          </a:prstGeom>
          <a:noFill/>
          <a:ln>
            <a:noFill/>
          </a:ln>
        </p:spPr>
        <p:txBody>
          <a:bodyPr spcFirstLastPara="1" wrap="square" lIns="91425" tIns="45700" rIns="91425" bIns="45700" anchor="t" anchorCtr="0">
            <a:normAutofit/>
          </a:bodyPr>
          <a:lstStyle>
            <a:lvl1pPr marL="437178" lvl="0" indent="-840351" algn="l">
              <a:lnSpc>
                <a:spcPct val="90000"/>
              </a:lnSpc>
              <a:spcBef>
                <a:spcPts val="3060"/>
              </a:spcBef>
              <a:spcAft>
                <a:spcPts val="0"/>
              </a:spcAft>
              <a:buClr>
                <a:schemeClr val="dk1"/>
              </a:buClr>
              <a:buSzPts val="10240"/>
              <a:buChar char="•"/>
              <a:defRPr sz="9792"/>
            </a:lvl1pPr>
            <a:lvl2pPr marL="874355" lvl="1" indent="-762632" algn="l">
              <a:lnSpc>
                <a:spcPct val="90000"/>
              </a:lnSpc>
              <a:spcBef>
                <a:spcPts val="1530"/>
              </a:spcBef>
              <a:spcAft>
                <a:spcPts val="0"/>
              </a:spcAft>
              <a:buClr>
                <a:schemeClr val="dk1"/>
              </a:buClr>
              <a:buSzPts val="8960"/>
              <a:buChar char="•"/>
              <a:defRPr sz="8568"/>
            </a:lvl2pPr>
            <a:lvl3pPr marL="1311533" lvl="2" indent="-684911" algn="l">
              <a:lnSpc>
                <a:spcPct val="90000"/>
              </a:lnSpc>
              <a:spcBef>
                <a:spcPts val="1530"/>
              </a:spcBef>
              <a:spcAft>
                <a:spcPts val="0"/>
              </a:spcAft>
              <a:buClr>
                <a:schemeClr val="dk1"/>
              </a:buClr>
              <a:buSzPts val="7680"/>
              <a:buChar char="•"/>
              <a:defRPr sz="7344"/>
            </a:lvl3pPr>
            <a:lvl4pPr marL="1748710" lvl="3" indent="-607192" algn="l">
              <a:lnSpc>
                <a:spcPct val="90000"/>
              </a:lnSpc>
              <a:spcBef>
                <a:spcPts val="1530"/>
              </a:spcBef>
              <a:spcAft>
                <a:spcPts val="0"/>
              </a:spcAft>
              <a:buClr>
                <a:schemeClr val="dk1"/>
              </a:buClr>
              <a:buSzPts val="6400"/>
              <a:buChar char="•"/>
              <a:defRPr sz="6120"/>
            </a:lvl4pPr>
            <a:lvl5pPr marL="2185888" lvl="4" indent="-607192" algn="l">
              <a:lnSpc>
                <a:spcPct val="90000"/>
              </a:lnSpc>
              <a:spcBef>
                <a:spcPts val="1530"/>
              </a:spcBef>
              <a:spcAft>
                <a:spcPts val="0"/>
              </a:spcAft>
              <a:buClr>
                <a:schemeClr val="dk1"/>
              </a:buClr>
              <a:buSzPts val="6400"/>
              <a:buChar char="•"/>
              <a:defRPr sz="6120"/>
            </a:lvl5pPr>
            <a:lvl6pPr marL="2623066" lvl="5" indent="-607192" algn="l">
              <a:lnSpc>
                <a:spcPct val="90000"/>
              </a:lnSpc>
              <a:spcBef>
                <a:spcPts val="1530"/>
              </a:spcBef>
              <a:spcAft>
                <a:spcPts val="0"/>
              </a:spcAft>
              <a:buClr>
                <a:schemeClr val="dk1"/>
              </a:buClr>
              <a:buSzPts val="6400"/>
              <a:buChar char="•"/>
              <a:defRPr sz="6120"/>
            </a:lvl6pPr>
            <a:lvl7pPr marL="3060243" lvl="6" indent="-607192" algn="l">
              <a:lnSpc>
                <a:spcPct val="90000"/>
              </a:lnSpc>
              <a:spcBef>
                <a:spcPts val="1530"/>
              </a:spcBef>
              <a:spcAft>
                <a:spcPts val="0"/>
              </a:spcAft>
              <a:buClr>
                <a:schemeClr val="dk1"/>
              </a:buClr>
              <a:buSzPts val="6400"/>
              <a:buChar char="•"/>
              <a:defRPr sz="6120"/>
            </a:lvl7pPr>
            <a:lvl8pPr marL="3497421" lvl="7" indent="-607192" algn="l">
              <a:lnSpc>
                <a:spcPct val="90000"/>
              </a:lnSpc>
              <a:spcBef>
                <a:spcPts val="1530"/>
              </a:spcBef>
              <a:spcAft>
                <a:spcPts val="0"/>
              </a:spcAft>
              <a:buClr>
                <a:schemeClr val="dk1"/>
              </a:buClr>
              <a:buSzPts val="6400"/>
              <a:buChar char="•"/>
              <a:defRPr sz="6120"/>
            </a:lvl8pPr>
            <a:lvl9pPr marL="3934597" lvl="8" indent="-607192" algn="l">
              <a:lnSpc>
                <a:spcPct val="90000"/>
              </a:lnSpc>
              <a:spcBef>
                <a:spcPts val="1530"/>
              </a:spcBef>
              <a:spcAft>
                <a:spcPts val="0"/>
              </a:spcAft>
              <a:buClr>
                <a:schemeClr val="dk1"/>
              </a:buClr>
              <a:buSzPts val="6400"/>
              <a:buChar char="•"/>
              <a:defRPr sz="6120"/>
            </a:lvl9pPr>
          </a:lstStyle>
          <a:p>
            <a:endParaRPr/>
          </a:p>
        </p:txBody>
      </p:sp>
      <p:sp>
        <p:nvSpPr>
          <p:cNvPr id="57" name="Google Shape;57;p10"/>
          <p:cNvSpPr txBox="1">
            <a:spLocks noGrp="1"/>
          </p:cNvSpPr>
          <p:nvPr>
            <p:ph type="body" idx="2"/>
          </p:nvPr>
        </p:nvSpPr>
        <p:spPr>
          <a:xfrm>
            <a:off x="2256494" y="6587966"/>
            <a:ext cx="10565799" cy="12205041"/>
          </a:xfrm>
          <a:prstGeom prst="rect">
            <a:avLst/>
          </a:prstGeom>
          <a:noFill/>
          <a:ln>
            <a:noFill/>
          </a:ln>
        </p:spPr>
        <p:txBody>
          <a:bodyPr spcFirstLastPara="1" wrap="square" lIns="91425" tIns="45700" rIns="91425" bIns="45700" anchor="t" anchorCtr="0">
            <a:normAutofit/>
          </a:bodyPr>
          <a:lstStyle>
            <a:lvl1pPr marL="437178" lvl="0" indent="-218588" algn="l">
              <a:lnSpc>
                <a:spcPct val="90000"/>
              </a:lnSpc>
              <a:spcBef>
                <a:spcPts val="3060"/>
              </a:spcBef>
              <a:spcAft>
                <a:spcPts val="0"/>
              </a:spcAft>
              <a:buClr>
                <a:schemeClr val="dk1"/>
              </a:buClr>
              <a:buSzPts val="5120"/>
              <a:buNone/>
              <a:defRPr sz="4895"/>
            </a:lvl1pPr>
            <a:lvl2pPr marL="874355" lvl="1" indent="-218588" algn="l">
              <a:lnSpc>
                <a:spcPct val="90000"/>
              </a:lnSpc>
              <a:spcBef>
                <a:spcPts val="1530"/>
              </a:spcBef>
              <a:spcAft>
                <a:spcPts val="0"/>
              </a:spcAft>
              <a:buClr>
                <a:schemeClr val="dk1"/>
              </a:buClr>
              <a:buSzPts val="4480"/>
              <a:buNone/>
              <a:defRPr sz="4283"/>
            </a:lvl2pPr>
            <a:lvl3pPr marL="1311533" lvl="2" indent="-218588" algn="l">
              <a:lnSpc>
                <a:spcPct val="90000"/>
              </a:lnSpc>
              <a:spcBef>
                <a:spcPts val="1530"/>
              </a:spcBef>
              <a:spcAft>
                <a:spcPts val="0"/>
              </a:spcAft>
              <a:buClr>
                <a:schemeClr val="dk1"/>
              </a:buClr>
              <a:buSzPts val="3840"/>
              <a:buNone/>
              <a:defRPr sz="3672"/>
            </a:lvl3pPr>
            <a:lvl4pPr marL="1748710" lvl="3" indent="-218588" algn="l">
              <a:lnSpc>
                <a:spcPct val="90000"/>
              </a:lnSpc>
              <a:spcBef>
                <a:spcPts val="1530"/>
              </a:spcBef>
              <a:spcAft>
                <a:spcPts val="0"/>
              </a:spcAft>
              <a:buClr>
                <a:schemeClr val="dk1"/>
              </a:buClr>
              <a:buSzPts val="3200"/>
              <a:buNone/>
              <a:defRPr sz="3060"/>
            </a:lvl4pPr>
            <a:lvl5pPr marL="2185888" lvl="4" indent="-218588" algn="l">
              <a:lnSpc>
                <a:spcPct val="90000"/>
              </a:lnSpc>
              <a:spcBef>
                <a:spcPts val="1530"/>
              </a:spcBef>
              <a:spcAft>
                <a:spcPts val="0"/>
              </a:spcAft>
              <a:buClr>
                <a:schemeClr val="dk1"/>
              </a:buClr>
              <a:buSzPts val="3200"/>
              <a:buNone/>
              <a:defRPr sz="3060"/>
            </a:lvl5pPr>
            <a:lvl6pPr marL="2623066" lvl="5" indent="-218588" algn="l">
              <a:lnSpc>
                <a:spcPct val="90000"/>
              </a:lnSpc>
              <a:spcBef>
                <a:spcPts val="1530"/>
              </a:spcBef>
              <a:spcAft>
                <a:spcPts val="0"/>
              </a:spcAft>
              <a:buClr>
                <a:schemeClr val="dk1"/>
              </a:buClr>
              <a:buSzPts val="3200"/>
              <a:buNone/>
              <a:defRPr sz="3060"/>
            </a:lvl6pPr>
            <a:lvl7pPr marL="3060243" lvl="6" indent="-218588" algn="l">
              <a:lnSpc>
                <a:spcPct val="90000"/>
              </a:lnSpc>
              <a:spcBef>
                <a:spcPts val="1530"/>
              </a:spcBef>
              <a:spcAft>
                <a:spcPts val="0"/>
              </a:spcAft>
              <a:buClr>
                <a:schemeClr val="dk1"/>
              </a:buClr>
              <a:buSzPts val="3200"/>
              <a:buNone/>
              <a:defRPr sz="3060"/>
            </a:lvl7pPr>
            <a:lvl8pPr marL="3497421" lvl="7" indent="-218588" algn="l">
              <a:lnSpc>
                <a:spcPct val="90000"/>
              </a:lnSpc>
              <a:spcBef>
                <a:spcPts val="1530"/>
              </a:spcBef>
              <a:spcAft>
                <a:spcPts val="0"/>
              </a:spcAft>
              <a:buClr>
                <a:schemeClr val="dk1"/>
              </a:buClr>
              <a:buSzPts val="3200"/>
              <a:buNone/>
              <a:defRPr sz="3060"/>
            </a:lvl8pPr>
            <a:lvl9pPr marL="3934597" lvl="8" indent="-218588" algn="l">
              <a:lnSpc>
                <a:spcPct val="90000"/>
              </a:lnSpc>
              <a:spcBef>
                <a:spcPts val="1530"/>
              </a:spcBef>
              <a:spcAft>
                <a:spcPts val="0"/>
              </a:spcAft>
              <a:buClr>
                <a:schemeClr val="dk1"/>
              </a:buClr>
              <a:buSzPts val="3200"/>
              <a:buNone/>
              <a:defRPr sz="3060"/>
            </a:lvl9pPr>
          </a:lstStyle>
          <a:p>
            <a:endParaRPr/>
          </a:p>
        </p:txBody>
      </p:sp>
      <p:sp>
        <p:nvSpPr>
          <p:cNvPr id="58" name="Google Shape;58;p10"/>
          <p:cNvSpPr txBox="1">
            <a:spLocks noGrp="1"/>
          </p:cNvSpPr>
          <p:nvPr>
            <p:ph type="dt" idx="10"/>
          </p:nvPr>
        </p:nvSpPr>
        <p:spPr>
          <a:xfrm>
            <a:off x="2252226" y="20353565"/>
            <a:ext cx="7370981" cy="116926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10851632" y="20353565"/>
            <a:ext cx="11056323" cy="116926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23136502" y="20353565"/>
            <a:ext cx="7370981" cy="116926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2256494" y="1463992"/>
            <a:ext cx="10565799" cy="512403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0240"/>
              <a:buFont typeface="Calibri"/>
              <a:buNone/>
              <a:defRPr sz="9792"/>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a:spLocks noGrp="1"/>
          </p:cNvSpPr>
          <p:nvPr>
            <p:ph type="pic" idx="2"/>
          </p:nvPr>
        </p:nvSpPr>
        <p:spPr>
          <a:xfrm>
            <a:off x="13927120" y="3161819"/>
            <a:ext cx="16584632" cy="15605654"/>
          </a:xfrm>
          <a:prstGeom prst="rect">
            <a:avLst/>
          </a:prstGeom>
          <a:noFill/>
          <a:ln>
            <a:noFill/>
          </a:ln>
        </p:spPr>
      </p:sp>
      <p:sp>
        <p:nvSpPr>
          <p:cNvPr id="64" name="Google Shape;64;p11"/>
          <p:cNvSpPr txBox="1">
            <a:spLocks noGrp="1"/>
          </p:cNvSpPr>
          <p:nvPr>
            <p:ph type="body" idx="1"/>
          </p:nvPr>
        </p:nvSpPr>
        <p:spPr>
          <a:xfrm>
            <a:off x="2256494" y="6587966"/>
            <a:ext cx="10565799" cy="12205041"/>
          </a:xfrm>
          <a:prstGeom prst="rect">
            <a:avLst/>
          </a:prstGeom>
          <a:noFill/>
          <a:ln>
            <a:noFill/>
          </a:ln>
        </p:spPr>
        <p:txBody>
          <a:bodyPr spcFirstLastPara="1" wrap="square" lIns="91425" tIns="45700" rIns="91425" bIns="45700" anchor="t" anchorCtr="0">
            <a:normAutofit/>
          </a:bodyPr>
          <a:lstStyle>
            <a:lvl1pPr marL="437178" lvl="0" indent="-218588" algn="l">
              <a:lnSpc>
                <a:spcPct val="90000"/>
              </a:lnSpc>
              <a:spcBef>
                <a:spcPts val="3060"/>
              </a:spcBef>
              <a:spcAft>
                <a:spcPts val="0"/>
              </a:spcAft>
              <a:buClr>
                <a:schemeClr val="dk1"/>
              </a:buClr>
              <a:buSzPts val="5120"/>
              <a:buNone/>
              <a:defRPr sz="4895"/>
            </a:lvl1pPr>
            <a:lvl2pPr marL="874355" lvl="1" indent="-218588" algn="l">
              <a:lnSpc>
                <a:spcPct val="90000"/>
              </a:lnSpc>
              <a:spcBef>
                <a:spcPts val="1530"/>
              </a:spcBef>
              <a:spcAft>
                <a:spcPts val="0"/>
              </a:spcAft>
              <a:buClr>
                <a:schemeClr val="dk1"/>
              </a:buClr>
              <a:buSzPts val="4480"/>
              <a:buNone/>
              <a:defRPr sz="4283"/>
            </a:lvl2pPr>
            <a:lvl3pPr marL="1311533" lvl="2" indent="-218588" algn="l">
              <a:lnSpc>
                <a:spcPct val="90000"/>
              </a:lnSpc>
              <a:spcBef>
                <a:spcPts val="1530"/>
              </a:spcBef>
              <a:spcAft>
                <a:spcPts val="0"/>
              </a:spcAft>
              <a:buClr>
                <a:schemeClr val="dk1"/>
              </a:buClr>
              <a:buSzPts val="3840"/>
              <a:buNone/>
              <a:defRPr sz="3672"/>
            </a:lvl3pPr>
            <a:lvl4pPr marL="1748710" lvl="3" indent="-218588" algn="l">
              <a:lnSpc>
                <a:spcPct val="90000"/>
              </a:lnSpc>
              <a:spcBef>
                <a:spcPts val="1530"/>
              </a:spcBef>
              <a:spcAft>
                <a:spcPts val="0"/>
              </a:spcAft>
              <a:buClr>
                <a:schemeClr val="dk1"/>
              </a:buClr>
              <a:buSzPts val="3200"/>
              <a:buNone/>
              <a:defRPr sz="3060"/>
            </a:lvl4pPr>
            <a:lvl5pPr marL="2185888" lvl="4" indent="-218588" algn="l">
              <a:lnSpc>
                <a:spcPct val="90000"/>
              </a:lnSpc>
              <a:spcBef>
                <a:spcPts val="1530"/>
              </a:spcBef>
              <a:spcAft>
                <a:spcPts val="0"/>
              </a:spcAft>
              <a:buClr>
                <a:schemeClr val="dk1"/>
              </a:buClr>
              <a:buSzPts val="3200"/>
              <a:buNone/>
              <a:defRPr sz="3060"/>
            </a:lvl5pPr>
            <a:lvl6pPr marL="2623066" lvl="5" indent="-218588" algn="l">
              <a:lnSpc>
                <a:spcPct val="90000"/>
              </a:lnSpc>
              <a:spcBef>
                <a:spcPts val="1530"/>
              </a:spcBef>
              <a:spcAft>
                <a:spcPts val="0"/>
              </a:spcAft>
              <a:buClr>
                <a:schemeClr val="dk1"/>
              </a:buClr>
              <a:buSzPts val="3200"/>
              <a:buNone/>
              <a:defRPr sz="3060"/>
            </a:lvl6pPr>
            <a:lvl7pPr marL="3060243" lvl="6" indent="-218588" algn="l">
              <a:lnSpc>
                <a:spcPct val="90000"/>
              </a:lnSpc>
              <a:spcBef>
                <a:spcPts val="1530"/>
              </a:spcBef>
              <a:spcAft>
                <a:spcPts val="0"/>
              </a:spcAft>
              <a:buClr>
                <a:schemeClr val="dk1"/>
              </a:buClr>
              <a:buSzPts val="3200"/>
              <a:buNone/>
              <a:defRPr sz="3060"/>
            </a:lvl7pPr>
            <a:lvl8pPr marL="3497421" lvl="7" indent="-218588" algn="l">
              <a:lnSpc>
                <a:spcPct val="90000"/>
              </a:lnSpc>
              <a:spcBef>
                <a:spcPts val="1530"/>
              </a:spcBef>
              <a:spcAft>
                <a:spcPts val="0"/>
              </a:spcAft>
              <a:buClr>
                <a:schemeClr val="dk1"/>
              </a:buClr>
              <a:buSzPts val="3200"/>
              <a:buNone/>
              <a:defRPr sz="3060"/>
            </a:lvl8pPr>
            <a:lvl9pPr marL="3934597" lvl="8" indent="-218588" algn="l">
              <a:lnSpc>
                <a:spcPct val="90000"/>
              </a:lnSpc>
              <a:spcBef>
                <a:spcPts val="1530"/>
              </a:spcBef>
              <a:spcAft>
                <a:spcPts val="0"/>
              </a:spcAft>
              <a:buClr>
                <a:schemeClr val="dk1"/>
              </a:buClr>
              <a:buSzPts val="3200"/>
              <a:buNone/>
              <a:defRPr sz="3060"/>
            </a:lvl9pPr>
          </a:lstStyle>
          <a:p>
            <a:endParaRPr/>
          </a:p>
        </p:txBody>
      </p:sp>
      <p:sp>
        <p:nvSpPr>
          <p:cNvPr id="65" name="Google Shape;65;p11"/>
          <p:cNvSpPr txBox="1">
            <a:spLocks noGrp="1"/>
          </p:cNvSpPr>
          <p:nvPr>
            <p:ph type="dt" idx="10"/>
          </p:nvPr>
        </p:nvSpPr>
        <p:spPr>
          <a:xfrm>
            <a:off x="2252226" y="20353565"/>
            <a:ext cx="7370981" cy="116926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10851632" y="20353565"/>
            <a:ext cx="11056323" cy="116926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23136502" y="20353565"/>
            <a:ext cx="7370981" cy="116926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2252227" y="1169162"/>
            <a:ext cx="28255078" cy="424446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9413253" y="-1315103"/>
            <a:ext cx="13933266" cy="28255078"/>
          </a:xfrm>
          <a:prstGeom prst="rect">
            <a:avLst/>
          </a:prstGeom>
          <a:noFill/>
          <a:ln>
            <a:noFill/>
          </a:ln>
        </p:spPr>
        <p:txBody>
          <a:bodyPr spcFirstLastPara="1" wrap="square" lIns="91425" tIns="45700" rIns="91425" bIns="45700" anchor="t" anchorCtr="0">
            <a:normAutofit/>
          </a:bodyPr>
          <a:lstStyle>
            <a:lvl1pPr marL="437178" lvl="0" indent="-327883" algn="l">
              <a:lnSpc>
                <a:spcPct val="90000"/>
              </a:lnSpc>
              <a:spcBef>
                <a:spcPts val="3060"/>
              </a:spcBef>
              <a:spcAft>
                <a:spcPts val="0"/>
              </a:spcAft>
              <a:buClr>
                <a:schemeClr val="dk1"/>
              </a:buClr>
              <a:buSzPts val="1800"/>
              <a:buChar char="•"/>
              <a:defRPr/>
            </a:lvl1pPr>
            <a:lvl2pPr marL="874355" lvl="1" indent="-327883" algn="l">
              <a:lnSpc>
                <a:spcPct val="90000"/>
              </a:lnSpc>
              <a:spcBef>
                <a:spcPts val="1530"/>
              </a:spcBef>
              <a:spcAft>
                <a:spcPts val="0"/>
              </a:spcAft>
              <a:buClr>
                <a:schemeClr val="dk1"/>
              </a:buClr>
              <a:buSzPts val="1800"/>
              <a:buChar char="•"/>
              <a:defRPr/>
            </a:lvl2pPr>
            <a:lvl3pPr marL="1311533" lvl="2" indent="-327883" algn="l">
              <a:lnSpc>
                <a:spcPct val="90000"/>
              </a:lnSpc>
              <a:spcBef>
                <a:spcPts val="1530"/>
              </a:spcBef>
              <a:spcAft>
                <a:spcPts val="0"/>
              </a:spcAft>
              <a:buClr>
                <a:schemeClr val="dk1"/>
              </a:buClr>
              <a:buSzPts val="1800"/>
              <a:buChar char="•"/>
              <a:defRPr/>
            </a:lvl3pPr>
            <a:lvl4pPr marL="1748710" lvl="3" indent="-327883" algn="l">
              <a:lnSpc>
                <a:spcPct val="90000"/>
              </a:lnSpc>
              <a:spcBef>
                <a:spcPts val="1530"/>
              </a:spcBef>
              <a:spcAft>
                <a:spcPts val="0"/>
              </a:spcAft>
              <a:buClr>
                <a:schemeClr val="dk1"/>
              </a:buClr>
              <a:buSzPts val="1800"/>
              <a:buChar char="•"/>
              <a:defRPr/>
            </a:lvl4pPr>
            <a:lvl5pPr marL="2185888" lvl="4" indent="-327883" algn="l">
              <a:lnSpc>
                <a:spcPct val="90000"/>
              </a:lnSpc>
              <a:spcBef>
                <a:spcPts val="1530"/>
              </a:spcBef>
              <a:spcAft>
                <a:spcPts val="0"/>
              </a:spcAft>
              <a:buClr>
                <a:schemeClr val="dk1"/>
              </a:buClr>
              <a:buSzPts val="1800"/>
              <a:buChar char="•"/>
              <a:defRPr/>
            </a:lvl5pPr>
            <a:lvl6pPr marL="2623066" lvl="5" indent="-327883" algn="l">
              <a:lnSpc>
                <a:spcPct val="90000"/>
              </a:lnSpc>
              <a:spcBef>
                <a:spcPts val="1530"/>
              </a:spcBef>
              <a:spcAft>
                <a:spcPts val="0"/>
              </a:spcAft>
              <a:buClr>
                <a:schemeClr val="dk1"/>
              </a:buClr>
              <a:buSzPts val="1800"/>
              <a:buChar char="•"/>
              <a:defRPr/>
            </a:lvl6pPr>
            <a:lvl7pPr marL="3060243" lvl="6" indent="-327883" algn="l">
              <a:lnSpc>
                <a:spcPct val="90000"/>
              </a:lnSpc>
              <a:spcBef>
                <a:spcPts val="1530"/>
              </a:spcBef>
              <a:spcAft>
                <a:spcPts val="0"/>
              </a:spcAft>
              <a:buClr>
                <a:schemeClr val="dk1"/>
              </a:buClr>
              <a:buSzPts val="1800"/>
              <a:buChar char="•"/>
              <a:defRPr/>
            </a:lvl7pPr>
            <a:lvl8pPr marL="3497421" lvl="7" indent="-327883" algn="l">
              <a:lnSpc>
                <a:spcPct val="90000"/>
              </a:lnSpc>
              <a:spcBef>
                <a:spcPts val="1530"/>
              </a:spcBef>
              <a:spcAft>
                <a:spcPts val="0"/>
              </a:spcAft>
              <a:buClr>
                <a:schemeClr val="dk1"/>
              </a:buClr>
              <a:buSzPts val="1800"/>
              <a:buChar char="•"/>
              <a:defRPr/>
            </a:lvl8pPr>
            <a:lvl9pPr marL="3934597" lvl="8" indent="-327883" algn="l">
              <a:lnSpc>
                <a:spcPct val="90000"/>
              </a:lnSpc>
              <a:spcBef>
                <a:spcPts val="153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2252226" y="20353565"/>
            <a:ext cx="7370981" cy="116926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10851632" y="20353565"/>
            <a:ext cx="11056323" cy="116926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23136502" y="20353565"/>
            <a:ext cx="7370981" cy="116926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17670537" y="6942280"/>
            <a:ext cx="18610008" cy="706377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3338129" y="83169"/>
            <a:ext cx="18610008" cy="20781993"/>
          </a:xfrm>
          <a:prstGeom prst="rect">
            <a:avLst/>
          </a:prstGeom>
          <a:noFill/>
          <a:ln>
            <a:noFill/>
          </a:ln>
        </p:spPr>
        <p:txBody>
          <a:bodyPr spcFirstLastPara="1" wrap="square" lIns="91425" tIns="45700" rIns="91425" bIns="45700" anchor="t" anchorCtr="0">
            <a:normAutofit/>
          </a:bodyPr>
          <a:lstStyle>
            <a:lvl1pPr marL="437178" lvl="0" indent="-327883" algn="l">
              <a:lnSpc>
                <a:spcPct val="90000"/>
              </a:lnSpc>
              <a:spcBef>
                <a:spcPts val="3060"/>
              </a:spcBef>
              <a:spcAft>
                <a:spcPts val="0"/>
              </a:spcAft>
              <a:buClr>
                <a:schemeClr val="dk1"/>
              </a:buClr>
              <a:buSzPts val="1800"/>
              <a:buChar char="•"/>
              <a:defRPr/>
            </a:lvl1pPr>
            <a:lvl2pPr marL="874355" lvl="1" indent="-327883" algn="l">
              <a:lnSpc>
                <a:spcPct val="90000"/>
              </a:lnSpc>
              <a:spcBef>
                <a:spcPts val="1530"/>
              </a:spcBef>
              <a:spcAft>
                <a:spcPts val="0"/>
              </a:spcAft>
              <a:buClr>
                <a:schemeClr val="dk1"/>
              </a:buClr>
              <a:buSzPts val="1800"/>
              <a:buChar char="•"/>
              <a:defRPr/>
            </a:lvl2pPr>
            <a:lvl3pPr marL="1311533" lvl="2" indent="-327883" algn="l">
              <a:lnSpc>
                <a:spcPct val="90000"/>
              </a:lnSpc>
              <a:spcBef>
                <a:spcPts val="1530"/>
              </a:spcBef>
              <a:spcAft>
                <a:spcPts val="0"/>
              </a:spcAft>
              <a:buClr>
                <a:schemeClr val="dk1"/>
              </a:buClr>
              <a:buSzPts val="1800"/>
              <a:buChar char="•"/>
              <a:defRPr/>
            </a:lvl3pPr>
            <a:lvl4pPr marL="1748710" lvl="3" indent="-327883" algn="l">
              <a:lnSpc>
                <a:spcPct val="90000"/>
              </a:lnSpc>
              <a:spcBef>
                <a:spcPts val="1530"/>
              </a:spcBef>
              <a:spcAft>
                <a:spcPts val="0"/>
              </a:spcAft>
              <a:buClr>
                <a:schemeClr val="dk1"/>
              </a:buClr>
              <a:buSzPts val="1800"/>
              <a:buChar char="•"/>
              <a:defRPr/>
            </a:lvl4pPr>
            <a:lvl5pPr marL="2185888" lvl="4" indent="-327883" algn="l">
              <a:lnSpc>
                <a:spcPct val="90000"/>
              </a:lnSpc>
              <a:spcBef>
                <a:spcPts val="1530"/>
              </a:spcBef>
              <a:spcAft>
                <a:spcPts val="0"/>
              </a:spcAft>
              <a:buClr>
                <a:schemeClr val="dk1"/>
              </a:buClr>
              <a:buSzPts val="1800"/>
              <a:buChar char="•"/>
              <a:defRPr/>
            </a:lvl5pPr>
            <a:lvl6pPr marL="2623066" lvl="5" indent="-327883" algn="l">
              <a:lnSpc>
                <a:spcPct val="90000"/>
              </a:lnSpc>
              <a:spcBef>
                <a:spcPts val="1530"/>
              </a:spcBef>
              <a:spcAft>
                <a:spcPts val="0"/>
              </a:spcAft>
              <a:buClr>
                <a:schemeClr val="dk1"/>
              </a:buClr>
              <a:buSzPts val="1800"/>
              <a:buChar char="•"/>
              <a:defRPr/>
            </a:lvl6pPr>
            <a:lvl7pPr marL="3060243" lvl="6" indent="-327883" algn="l">
              <a:lnSpc>
                <a:spcPct val="90000"/>
              </a:lnSpc>
              <a:spcBef>
                <a:spcPts val="1530"/>
              </a:spcBef>
              <a:spcAft>
                <a:spcPts val="0"/>
              </a:spcAft>
              <a:buClr>
                <a:schemeClr val="dk1"/>
              </a:buClr>
              <a:buSzPts val="1800"/>
              <a:buChar char="•"/>
              <a:defRPr/>
            </a:lvl7pPr>
            <a:lvl8pPr marL="3497421" lvl="7" indent="-327883" algn="l">
              <a:lnSpc>
                <a:spcPct val="90000"/>
              </a:lnSpc>
              <a:spcBef>
                <a:spcPts val="1530"/>
              </a:spcBef>
              <a:spcAft>
                <a:spcPts val="0"/>
              </a:spcAft>
              <a:buClr>
                <a:schemeClr val="dk1"/>
              </a:buClr>
              <a:buSzPts val="1800"/>
              <a:buChar char="•"/>
              <a:defRPr/>
            </a:lvl8pPr>
            <a:lvl9pPr marL="3934597" lvl="8" indent="-327883" algn="l">
              <a:lnSpc>
                <a:spcPct val="90000"/>
              </a:lnSpc>
              <a:spcBef>
                <a:spcPts val="153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2252226" y="20353565"/>
            <a:ext cx="7370981" cy="116926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10851632" y="20353565"/>
            <a:ext cx="11056323" cy="116926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23136502" y="20353565"/>
            <a:ext cx="7370981" cy="116926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2252227" y="1169162"/>
            <a:ext cx="28255078" cy="424446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4080"/>
              <a:buFont typeface="Calibri"/>
              <a:buNone/>
              <a:defRPr sz="1408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2252227" y="5845803"/>
            <a:ext cx="28255078" cy="13933266"/>
          </a:xfrm>
          <a:prstGeom prst="rect">
            <a:avLst/>
          </a:prstGeom>
          <a:noFill/>
          <a:ln>
            <a:noFill/>
          </a:ln>
        </p:spPr>
        <p:txBody>
          <a:bodyPr spcFirstLastPara="1" wrap="square" lIns="91425" tIns="45700" rIns="91425" bIns="45700" anchor="t" anchorCtr="0">
            <a:normAutofit/>
          </a:bodyPr>
          <a:lstStyle>
            <a:lvl1pPr marL="457200" marR="0" lvl="0" indent="-797560" algn="l" rtl="0">
              <a:lnSpc>
                <a:spcPct val="90000"/>
              </a:lnSpc>
              <a:spcBef>
                <a:spcPts val="3200"/>
              </a:spcBef>
              <a:spcAft>
                <a:spcPts val="0"/>
              </a:spcAft>
              <a:buClr>
                <a:schemeClr val="dk1"/>
              </a:buClr>
              <a:buSzPts val="8960"/>
              <a:buFont typeface="Arial"/>
              <a:buChar char="•"/>
              <a:defRPr sz="8960" b="0" i="0" u="none" strike="noStrike" cap="none">
                <a:solidFill>
                  <a:schemeClr val="dk1"/>
                </a:solidFill>
                <a:latin typeface="Calibri"/>
                <a:ea typeface="Calibri"/>
                <a:cs typeface="Calibri"/>
                <a:sym typeface="Calibri"/>
              </a:defRPr>
            </a:lvl1pPr>
            <a:lvl2pPr marL="914400" marR="0" lvl="1" indent="-716280" algn="l" rtl="0">
              <a:lnSpc>
                <a:spcPct val="90000"/>
              </a:lnSpc>
              <a:spcBef>
                <a:spcPts val="1600"/>
              </a:spcBef>
              <a:spcAft>
                <a:spcPts val="0"/>
              </a:spcAft>
              <a:buClr>
                <a:schemeClr val="dk1"/>
              </a:buClr>
              <a:buSzPts val="7680"/>
              <a:buFont typeface="Arial"/>
              <a:buChar char="•"/>
              <a:defRPr sz="7680" b="0" i="0" u="none" strike="noStrike" cap="none">
                <a:solidFill>
                  <a:schemeClr val="dk1"/>
                </a:solidFill>
                <a:latin typeface="Calibri"/>
                <a:ea typeface="Calibri"/>
                <a:cs typeface="Calibri"/>
                <a:sym typeface="Calibri"/>
              </a:defRPr>
            </a:lvl2pPr>
            <a:lvl3pPr marL="1371600" marR="0" lvl="2" indent="-635000" algn="l" rtl="0">
              <a:lnSpc>
                <a:spcPct val="90000"/>
              </a:lnSpc>
              <a:spcBef>
                <a:spcPts val="1600"/>
              </a:spcBef>
              <a:spcAft>
                <a:spcPts val="0"/>
              </a:spcAft>
              <a:buClr>
                <a:schemeClr val="dk1"/>
              </a:buClr>
              <a:buSzPts val="6400"/>
              <a:buFont typeface="Arial"/>
              <a:buChar char="•"/>
              <a:defRPr sz="6400" b="0" i="0" u="none" strike="noStrike" cap="none">
                <a:solidFill>
                  <a:schemeClr val="dk1"/>
                </a:solidFill>
                <a:latin typeface="Calibri"/>
                <a:ea typeface="Calibri"/>
                <a:cs typeface="Calibri"/>
                <a:sym typeface="Calibri"/>
              </a:defRPr>
            </a:lvl3pPr>
            <a:lvl4pPr marL="1828800" marR="0" lvl="3"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4pPr>
            <a:lvl5pPr marL="2286000" marR="0" lvl="4"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5pPr>
            <a:lvl6pPr marL="2743200" marR="0" lvl="5"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6pPr>
            <a:lvl7pPr marL="3200400" marR="0" lvl="6"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7pPr>
            <a:lvl8pPr marL="3657600" marR="0" lvl="7" indent="-594360"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8pPr>
            <a:lvl9pPr marL="4114800" marR="0" lvl="8" indent="-594359" algn="l" rtl="0">
              <a:lnSpc>
                <a:spcPct val="90000"/>
              </a:lnSpc>
              <a:spcBef>
                <a:spcPts val="1600"/>
              </a:spcBef>
              <a:spcAft>
                <a:spcPts val="0"/>
              </a:spcAft>
              <a:buClr>
                <a:schemeClr val="dk1"/>
              </a:buClr>
              <a:buSzPts val="5760"/>
              <a:buFont typeface="Arial"/>
              <a:buChar char="•"/>
              <a:defRPr sz="576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2252226" y="20353565"/>
            <a:ext cx="7370981" cy="1169261"/>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672"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10851632" y="20353565"/>
            <a:ext cx="11056323" cy="1169261"/>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672"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721"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23136502" y="20353565"/>
            <a:ext cx="7370981" cy="1169261"/>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3840"/>
              <a:buFont typeface="Arial"/>
              <a:buNone/>
              <a:defRPr sz="3672"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39"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png"/><Relationship Id="rId15" Type="http://schemas.openxmlformats.org/officeDocument/2006/relationships/image" Target="../media/pv2_market.png"/>
<Relationship Id="rId16" Type="http://schemas.openxmlformats.org/officeDocument/2006/relationships/image" Target="../media/pv2_baselines.png"/>
</Relationships>
</file>

<file path=ppt/slides/slide1.xml><?xml version="1.0" encoding="UTF-8" standalone="yes"?>
<p:sld xmlns:a="http://schemas.openxmlformats.org/drawingml/2006/main" xmlns:r="http://schemas.openxmlformats.org/officeDocument/2006/relationships" xmlns:p="http://schemas.openxmlformats.org/presentationml/2006/main"><p:cSld><p:spTree><p:nvGrpSpPr><p:cNvPr id="1" name="Shape 83"/><p:cNvGrpSpPr/><p:nvPr/></p:nvGrpSpPr><p:grpSpPr><a:xfrm><a:off x="0" y="0"/><a:ext cx="0" cy="0"/><a:chOff x="0" y="0"/><a:chExt cx="0" cy="0"/></a:xfrm></p:grpSpPr><p:sp><p:nvSpPr><p:cNvPr id="85" name="Google Shape;85;p1"/><p:cNvSpPr txBox="1"><a:spLocks noGrp="1"/></p:cNvSpPr><p:nvPr><p:ph type="ctrTitle"/></p:nvPr></p:nvSpPr><p:spPr><a:xfrm><a:off x="641852" y="491227"/><a:ext cx="31475946" cy="1311498"/></a:xfrm><a:prstGeom prst="rect"><a:avLst/></a:prstGeom><a:noFill/><a:ln><a:noFill/></a:ln></p:spPr><p:txBody><a:bodyPr spcFirstLastPara="1" wrap="square" lIns="87419" tIns="43697" rIns="87419" bIns="43697" anchor="b" anchorCtr="0"><a:noAutofit/></a:bodyPr><a:lstStyle/><a:p><a:pPr><a:buClr><a:schemeClr val="lt1"/></a:buClr><a:buSzPts val="6000"/></a:pPr><a:r><a:rPr lang="en-US" sz="5000" dirty="0"><a:solidFill><a:srgbClr val="0070C0"/></a:solidFill><a:latin typeface="Impact"/><a:ea typeface="Impact"/><a:cs typeface="Impact"/><a:sym typeface="Impact"/></a:rPr><a:t>Execution-Aware A* Search for Cross-Exchange Stablecoin Arbitrage</a:t></a:r><a:endParaRPr dirty="0"><a:solidFill><a:srgbClr val="0070C0"/></a:solidFill></a:endParaRPr></a:p></p:txBody></p:sp><p:sp><p:nvSpPr><p:cNvPr id="86" name="Google Shape;86;p1"/><p:cNvSpPr txBox="1"/><p:nvPr/></p:nvSpPr><p:spPr><a:xfrm><a:off x="641852" y="1934837"/><a:ext cx="31475946" cy="664354"/></a:xfrm><a:prstGeom prst="rect"><a:avLst/></a:prstGeom><a:noFill/><a:ln><a:noFill/></a:ln></p:spPr><p:txBody><a:bodyPr spcFirstLastPara="1" wrap="square" lIns="202304" tIns="101164" rIns="202304" bIns="101164" anchor="ctr" anchorCtr="0"><a:noAutofit/></a:bodyPr><a:lstStyle/><a:p><a:pPr algn="ctr"><a:buSzPts val="4000"/></a:pPr><a:r><a:rPr lang="en-US" sz="3825" b="1" dirty="0"><a:solidFill><a:srgbClr val="0070C0"/></a:solidFill><a:latin typeface="Trebuchet MS"/><a:ea typeface="Trebuchet MS"/><a:cs typeface="Trebuchet MS"/><a:sym typeface="Trebuchet MS"/></a:rPr><a:t>Kevin Litvin  —  Simon Fraser University</a:t></a:r><a:endParaRPr sz="1339" dirty="0"><a:solidFill><a:srgbClr val="0070C0"/></a:solidFill></a:endParaRPr></a:p></p:txBody></p:sp><p:grpSp><p:nvGrpSpPr><p:cNvPr id="87" name="Google Shape;87;p1"/><p:cNvGrpSpPr/><p:nvPr/></p:nvGrpSpPr><p:grpSpPr><a:xfrm><a:off x="969727" y="3329541"/><a:ext cx="9836233" cy="6489051"/><a:chOff x="457200" y="2971800"/><a:chExt cx="13716000" cy="6786425"/></a:xfrm></p:grpSpPr><p:sp><p:nvSpPr><p:cNvPr id="88" name="Google Shape;88;p1"/><p:cNvSpPr txBox="1"/><p:nvPr/></p:nvSpPr><p:spPr><a:xfrm><a:off x="457200" y="3657600"/><a:ext cx="13716000" cy="6100625"/></a:xfrm><a:prstGeom prst="rect"><a:avLst/></a:prstGeom><a:noFill/><a:ln><a:noFill/></a:ln></p:spPr><p:txBody><a:bodyPr spcFirstLastPara="1" wrap="square" lIns="87419" tIns="43697" rIns="87419" bIns="43697" anchor="t" anchorCtr="0"><a:spAutoFit/></a:bodyPr><a:lstStyle/><a:p><a:pPr><a:buNone/></a:pPr><a:r><a:rPr lang="en-US" sz="2400" dirty="0"><a:solidFill><a:schemeClr val="dk1"/></a:solidFill><a:latin typeface="Arial"/></a:rPr><a:t>Cross-exchange cryptocurrency arbitrage profits from price discrepancies between venues, yet existing approaches use negative-cycle detection targeting opportunity identification rather than execution feasibility. We introduce an execution-aware A* pathfinding framework applied to stablecoins, an asset class exceeding $300 B in market cap that bridges cryptocurrency and fiat currency.</a:t></a:r></a:p><a:p><a:pPr><a:buNone/></a:pPr><a:endParaRPr sz="900" dirty="0"/></a:p><a:p><a:pPr><a:buNone/></a:pPr><a:r><a:rPr lang="en-US" sz="2400" dirty="0"><a:solidFill><a:schemeClr val="dk1"/></a:solidFill><a:latin typeface="Arial"/></a:rPr><a:t>Live market data is collected from 12 major centralized exchanges via CCXT, covering 9 stablecoin symbols (USDT, USDC, DAI, TUSD, FDUSD, and more). The problem is modelled as a weighted directed graph (up to 41 nodes, 864 edges) where each node is an (exchange, stablecoin) pair and each edge encodes fees, slippage, gas, transfer delays, and venue reliability. This novel proprietary CEX dataset spans 7,200 search instances.</a:t></a: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p:txBody></p:sp><p:sp><p:nvSpPr><p:cNvPr id="89" name="Google Shape;89;p1"/><p:cNvSpPr txBox="1"/><p:nvPr/></p:nvSpPr><p:spPr><a:xfrm><a:off x="457200" y="2971800"/><a:ext cx="13716000" cy="718160"/></a:xfrm><a:prstGeom prst="rect"><a:avLst/></a:prstGeom><a:noFill/><a:ln><a:noFill/></a:ln></p:spPr><p:txBody><a:bodyPr spcFirstLastPara="1" wrap="square" lIns="87419" tIns="43697" rIns="87419" bIns="43697" anchor="t" anchorCtr="0"><a:spAutoFit/></a:bodyPr><a:lstStyle/><a:p><a:pPr algn="ctr"><a:buSzPts val="4000"/></a:pPr><a:r><a:rPr lang="en-US" sz="3825" b="1" dirty="0"><a:solidFill><a:srgbClr val="CD3E3D"/></a:solidFill><a:latin typeface="Trebuchet MS"/><a:ea typeface="Trebuchet MS"/><a:cs typeface="Trebuchet MS"/><a:sym typeface="Trebuchet MS"/></a:rPr><a:t>Abstract: the $300B Opportunity</a:t></a:r><a:endParaRPr sz="1339" dirty="0"/></a:p></p:txBody></p:sp></p:grpSp><p:sp><p:nvSpPr><p:cNvPr id="91" name="Google Shape;91;p1"/><p:cNvSpPr txBox="1"/><p:nvPr/></p:nvSpPr><p:spPr><a:xfrm><a:off x="11031883" y="3329540"/><a:ext cx="9836233" cy="18902629"/></a:xfrm><a:prstGeom prst="rect"><a:avLst/></a:prstGeom><a:solidFill><a:srgbClr val="F5F5F5"/></a:solidFill><a:ln><a:noFill/></a:ln></p:spPr><p:txBody><a:bodyPr spcFirstLastPara="1" wrap="square" lIns="87419" tIns="43697" rIns="87419" bIns="43697" anchor="t" anchorCtr="0"><a:spAutoFit/></a:bodyPr><a:lstStyle/><a:p><a:pPr marL="342900" indent="-342900"><a:buFont typeface="Arial"/><a:buChar char="•"/></a:pPr><a:endParaRPr lang="en-US" sz="2400" dirty="0"><a:solidFill><a:schemeClr val="dk1"/></a:solidFill><a:latin typeface="Arial"/></a:endParaRPr></a:p><a:p><a:pPr marL="342900" indent="-342900"><a:buFont typeface="Arial"/><a:buChar char="•"/></a:pPr><a:endParaRPr lang="en-US" sz="2400" dirty="0"><a:solidFill><a:schemeClr val="dk1"/></a:solidFill></a:endParaRPr></a:p><a:p><a:pPr marL="342900" indent="-342900"><a:buFont typeface="Arial"/><a:buChar char="•"/></a:pPr><a:r><a:rPr lang="en-US" sz="2400" dirty="0"><a:solidFill><a:schemeClr val="dk1"/></a:solidFill><a:latin typeface="Arial"/></a:rPr><a:t>Graph G=(V,E): nodes are (exchange, stablecoin) pairs; intra-exchange edges are spot trades, inter-exchange edges are same-coin cross-venue stablecoin transfers.</a:t></a:r></a:p><a:p><a:pPr marL="342900" indent="-342900"><a:buFont typeface="Arial"/><a:buChar char="•"/></a:pPr><a:r><a:rPr lang="en-US" sz="2400" dirty="0"><a:solidFill><a:schemeClr val="dk1"/></a:solidFill><a:latin typeface="Arial"/></a:rPr><a:t>Edge weight w(e) = -log r(e); effective rate r(e) = (1-fee)(1-slippage)(1-gas) x reliability, converting all execution costs into a single multiplicative model.</a:t></a:r></a:p><a:p><a:pPr marL="342900" indent="-342900"><a:buFont typeface="Arial"/><a:buChar char="•"/></a:pPr><a:r><a:rPr lang="en-US" sz="2400" dirty="0"><a:solidFill><a:schemeClr val="dk1"/></a:solidFill><a:latin typeface="Arial"/></a:rPr><a:t>Open-path goal: any node where final USD value exceeds start capital. No closed cycle is required because all assets are USD-pegged stablecoins (within +/-2%).</a:t></a:r></a:p><a:p><a:pPr marL="342900" indent="-342900"><a:buFont typeface="Arial"/><a:buChar char="•"/></a:pPr><a:r><a:rPr lang="en-US" sz="2400" dirty="0"><a:solidFill><a:schemeClr val="dk1"/></a:solidFill><a:latin typeface="Arial"/></a:rPr><a:t>A* with f(n) = g(n) + h(n); terminates when a profitable path is found, the frontier is exhausted, or depth/time limits are reached. Search is not complete by design.</a:t></a:r></a:p><a:p><a:pPr><a:buNone/></a:pPr><a:endParaRPr lang="en-CA" sz="800" dirty="0"/></a:p><a:p><a:pPr><a:buNone/></a:pPr><a:endParaRPr lang="en-CA" sz="800" dirty="0"/></a:p><a:p><a:pPr><a:buNone/></a:pPr><a:endParaRPr lang="en-CA" sz="800" dirty="0"/></a:p><a:p><a:pPr><a:buNone/></a:pPr><a:endParaRPr lang="en-CA" sz="800" dirty="0"/></a:p><a:p><a:pPr><a:buNone/></a:pPr><a:endParaRPr lang="en-CA" sz="800" dirty="0"/></a:p><a:p><a:pPr><a:buNone/></a:pPr><a:endParaRPr lang="en-CA" sz="800" dirty="0"/></a:p><a:p><a:pPr><a:buNone/></a:pPr><a:endParaRPr lang="en-CA" sz="800" dirty="0"/></a:p><a:p><a:pPr><a:buNone/></a:pPr><a:endParaRPr sz="800" dirty="0"/></a:p><a:p><a:pPr algn="ctr"><a:buNone/></a:pPr><a:r><a:rPr lang="en-US" sz="2700" b="1" dirty="0"><a:solidFill><a:srgbClr val="CC0633"/></a:solidFill><a:latin typeface="Arial"/></a:rPr><a:t>Cost function and </a:t></a:r><a:r><a:rPr lang="en-US" sz="2700" b="1"><a:solidFill><a:srgbClr val="CC0633"/></a:solidFill><a:latin typeface="Arial"/></a:rPr><a:t>three heuristics </a:t></a:r><a:r><a:rPr lang="en-US" sz="2700" b="1" dirty="0"><a:solidFill><a:srgbClr val="CC0633"/></a:solidFill><a:latin typeface="Arial"/></a:rPr><a:t>▼</a:t></a: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p:txBody></p:sp><p:sp><p:nvSpPr><p:cNvPr id="92" name="Google Shape;92;p1"/><p:cNvSpPr txBox="1"/><p:nvPr/></p:nvSpPr><p:spPr><a:xfrm><a:off x="11133834" y="3329540"/><a:ext cx="9836233" cy="686691"/></a:xfrm><a:prstGeom prst="rect"><a:avLst/></a:prstGeom><a:noFill/><a:ln><a:noFill/></a:ln></p:spPr><p:txBody><a:bodyPr spcFirstLastPara="1" wrap="square" lIns="87419" tIns="43697" rIns="87419" bIns="43697" anchor="t" anchorCtr="0"><a:spAutoFit/></a:bodyPr><a:lstStyle/><a:p><a:pPr algn="ctr"><a:buSzPts val="4000"/></a:pPr><a:r><a:rPr lang="en-US" sz="3825" b="1" dirty="0"><a:solidFill><a:srgbClr val="CD3E3D"/></a:solidFill><a:latin typeface="Trebuchet MS"/><a:ea typeface="Trebuchet MS"/><a:cs typeface="Trebuchet MS"/><a:sym typeface="Trebuchet MS"/></a:rPr><a:t>Method: Execution-Aware A* Search</a:t></a:r><a:endParaRPr sz="1339" dirty="0"/></a:p></p:txBody></p:sp><p:grpSp><p:nvGrpSpPr><p:cNvPr id="93" name="Google Shape;93;p1"/><p:cNvGrpSpPr/><p:nvPr/></p:nvGrpSpPr><p:grpSpPr><a:xfrm><a:off x="969727" y="9300000"/><a:ext cx="9836233" cy="6489051"/><a:chOff x="457200" y="2971800"/><a:chExt cx="13716000" cy="6786425"/></a:xfrm></p:grpSpPr><p:sp><p:nvSpPr><p:cNvPr id="94" name="Google Shape;94;p1"/><p:cNvSpPr txBox="1"/><p:nvPr/></p:nvSpPr><p:spPr><a:xfrm><a:off x="457200" y="3657600"/><a:ext cx="13716000" cy="6100625"/></a:xfrm><a:prstGeom prst="rect"><a:avLst/></a:prstGeom><a:noFill/><a:ln><a:noFill/></a:ln></p:spPr><p:txBody><a:bodyPr spcFirstLastPara="1" wrap="square" lIns="87419" tIns="43697" rIns="87419" bIns="43697" anchor="t" anchorCtr="0"><a:spAutoFit/></a:bodyPr><a:lstStyle/><a:p><a:pPr><a:buNone/></a:pPr><a:r><a:rPr lang="en-US" sz="2200" i="1" dirty="0"><a:solidFill><a:schemeClr val="dk1"/></a:solidFill><a:latin typeface="Arial"/></a:rPr><a:t>Subgraph of the stablecoin arbitrage network (9 of 12 exchanges shown). Nodes = (exchange, coin); solid edges = intra-exchange trades; light edges = same-coin cross-exchange transfers.</a:t></a:r></a:p><a:p><a:pPr><a:buNone/></a:pPr><a:endParaRPr sz="700" dirty="0"/></a:p><a:p><a:pPr><a:buNone/></a:pPr><a:r><a:rPr lang="en-US" sz="2200" dirty="0"><a:solidFill><a:schemeClr val="dk1"/></a:solidFill><a:latin typeface="Arial"/></a:rPr><a:t>Each intra-exchange edge represents a spot trade and carries a taker fee, order-book slippage penalty, and venue reliability discount. Each cross-exchange edge represents a stablecoin withdrawal and carries a gas fee plus an estimated blockchain-confirmation latency.</a:t></a: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p:txBody></p:sp><p:sp><p:nvSpPr><p:cNvPr id="95" name="Google Shape;95;p1"/><p:cNvSpPr txBox="1"/><p:nvPr/></p:nvSpPr><p:spPr><a:xfrm><a:off x="457200" y="2971800"/><a:ext cx="13716000" cy="718160"/></a:xfrm><a:prstGeom prst="rect"><a:avLst/></a:prstGeom><a:noFill/><a:ln><a:noFill/></a:ln></p:spPr><p:txBody><a:bodyPr spcFirstLastPara="1" wrap="square" lIns="87419" tIns="43697" rIns="87419" bIns="43697" anchor="t" anchorCtr="0"><a:spAutoFit/></a:bodyPr><a:lstStyle/><a:p><a:pPr algn="ctr"><a:buSzPts val="4000"/></a:pPr><a:r><a:rPr lang="en-US" sz="3825" b="1"><a:solidFill><a:srgbClr val="CD3E3D"/></a:solidFill><a:latin typeface="Trebuchet MS"/><a:ea typeface="Trebuchet MS"/><a:cs typeface="Trebuchet MS"/><a:sym typeface="Trebuchet MS"/></a:rPr><a:t>Arbitrage Network</a:t></a:r><a:endParaRPr sz="1339"/></a:p></p:txBody></p:sp></p:grpSp><p:grpSp><p:nvGrpSpPr><p:cNvPr id="96" name="Google Shape;96;p1"/><p:cNvGrpSpPr/><p:nvPr/></p:nvGrpSpPr><p:grpSpPr><a:xfrm><a:off x="21953690" y="3329541"/><a:ext cx="9836233" cy="6489051"/><a:chOff x="457200" y="2971800"/><a:chExt cx="13716000" cy="6786425"/></a:xfrm></p:grpSpPr><p:sp><p:nvSpPr><p:cNvPr id="97" name="Google Shape;97;p1"/><p:cNvSpPr txBox="1"/><p:nvPr/></p:nvSpPr><p:spPr><a:xfrm><a:off x="457200" y="3657600"/><a:ext cx="13716000" cy="6100625"/></a:xfrm><a:prstGeom prst="rect"><a:avLst/></a:prstGeom><a:noFill/><a:ln><a:noFill/></a:ln></p:spPr><p:txBody><a:bodyPr spcFirstLastPara="1" wrap="square" lIns="87419" tIns="43697" rIns="87419" bIns="43697" anchor="t" anchorCtr="0"><a:spAutoFit/></a:bodyPr><a:lstStyle/><a:p><a:pPr algn="ctr"><a:buNone/></a:pPr><a:r><a:rPr lang="en-US" sz="4200" b="1" dirty="0"><a:solidFill><a:srgbClr val="CC0633"/></a:solidFill><a:latin typeface="Arial"/></a:rPr><a:t>★  29% Fewer Node Expansions  ★</a:t></a:r></a:p><a:p><a:pPr algn="ctr"><a:buNone/></a:pPr><a:r><a:rPr lang="en-US" sz="2600" b="1" dirty="0"><a:solidFill><a:schemeClr val="dk1"/></a:solidFill><a:latin typeface="Arial"/></a:rPr><a:t>Same profit as Dijkstra across all 7,200 instances</a:t></a:r></a:p><a:p><a:pPr><a:buNone/></a:pPr><a:endParaRPr sz="800" dirty="0"/></a:p><a:p><a:pPr marL="342900" indent="-342900"><a:buFont typeface="Arial"/><a:buChar char="•"/></a:pPr><a:r><a:rPr lang="en-US" sz="2300" dirty="0"><a:solidFill><a:schemeClr val="dk1"/></a:solidFill><a:latin typeface="Arial"/></a:rPr><a:t>h₂ achieves the same profit as Dijkstra in all 7,200 overnight instances</a:t></a:r></a:p><a:p><a:pPr marL="342900" indent="-342900"><a:buFont typeface="Arial"/><a:buChar char="•"/></a:pPr><a:r><a:rPr lang="en-US" sz="2300" dirty="0"><a:solidFill><a:schemeClr val="dk1"/></a:solidFill><a:latin typeface="Arial"/></a:rPr><a:t>99.6% of discovered paths remain profitable after 120 s of quote delay</a:t></a:r></a:p><a:p><a:pPr marL="342900" indent="-342900"><a:buFont typeface="Arial"/><a:buChar char="•"/></a:pPr><a:r><a:rPr lang="en-US" sz="2300" dirty="0"><a:solidFill><a:schemeClr val="dk1"/></a:solidFill><a:latin typeface="Arial"/></a:rPr><a:t>h₁ and h₃ expand 58–87% more nodes and earn 30–33% less profit</a:t></a: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p:txBody></p:sp><p:sp><p:nvSpPr><p:cNvPr id="98" name="Google Shape;98;p1"/><p:cNvSpPr txBox="1"/><p:nvPr/></p:nvSpPr><p:spPr><a:xfrm><a:off x="457200" y="2971800"/><a:ext cx="13716000" cy="718160"/></a:xfrm><a:prstGeom prst="rect"><a:avLst/></a:prstGeom><a:noFill/><a:ln><a:noFill/></a:ln></p:spPr><p:txBody><a:bodyPr spcFirstLastPara="1" wrap="square" lIns="87419" tIns="43697" rIns="87419" bIns="43697" anchor="t" anchorCtr="0"><a:spAutoFit/></a:bodyPr><a:lstStyle/><a:p><a:pPr algn="ctr"><a:buSzPts val="4000"/></a:pPr><a:r><a:rPr lang="en-US" sz="3825" b="1" dirty="0"><a:solidFill><a:srgbClr val="CD3E3D"/></a:solidFill><a:latin typeface="Trebuchet MS"/><a:ea typeface="Trebuchet MS"/><a:cs typeface="Trebuchet MS"/><a:sym typeface="Trebuchet MS"/></a:rPr><a:t>Key Results</a:t></a:r><a:endParaRPr sz="1339" dirty="0"/></a:p></p:txBody></p:sp></p:grpSp><p:grpSp><p:nvGrpSpPr><p:cNvPr id="99" name="Google Shape;99;p1"/><p:cNvGrpSpPr/><p:nvPr/></p:nvGrpSpPr><p:grpSpPr><a:xfrm><a:off x="21881882" y="10937161"/><a:ext cx="9836233" cy="6801039"/><a:chOff x="457200" y="2971800"/><a:chExt cx="13716000" cy="7112711"/></a:xfrm></p:grpSpPr><p:sp><p:nvSpPr><p:cNvPr id="100" name="Google Shape;100;p1"/><p:cNvSpPr txBox="1"/><p:nvPr/></p:nvSpPr><p:spPr><a:xfrm><a:off x="457200" y="3657600"/><a:ext cx="13716000" cy="6426911"/></a:xfrm><a:prstGeom prst="rect"><a:avLst/></a:prstGeom><a:noFill/><a:ln><a:noFill/></a:ln></p:spPr><p:txBody><a:bodyPr spcFirstLastPara="1" wrap="square" lIns="87419" tIns="43697" rIns="87419" bIns="43697" anchor="t" anchorCtr="0"><a:spAutoFit/></a:bodyPr><a:lstStyle/><a:p><a:pPr algn="ctr"><a:buNone/></a:pPr><a:r><a:rPr lang="en-US" sz="2800" b="1" dirty="0"><a:solidFill><a:srgbClr val="CC0633"/></a:solidFill><a:latin typeface="Arial"/></a:rPr><a:t>Node Expansions vs. Network Size (4–12 Exchanges)</a:t></a:r></a:p><a:p><a:pPr><a:buNone/></a:pPr><a:endParaRPr sz="600" dirty="0"/></a:p><a:p><a:pPr marL="342900" indent="-342900"><a:buFont typeface="Arial"/><a:buChar char="•"/></a:pPr><a:r><a:rPr lang="en-US" sz="2300" dirty="0"><a:solidFill><a:schemeClr val="dk1"/></a:solidFill><a:latin typeface="Arial"/></a:rPr><a:t>Dijkstra expansions stay flat (341→395) as the graph scales from 4 to 12 exchanges (19→41 nodes, 161→864 edges); penalty heuristics h₁ and h₃ scale substantially worse.</a:t></a:r></a:p><a:p><a:pPr marL="342900" indent="-342900"><a:buFont typeface="Arial"/><a:buChar char="•"/></a:pPr><a:r><a:rPr lang="en-US" sz="2300" dirty="0"><a:solidFill><a:schemeClr val="dk1"/></a:solidFill><a:latin typeface="Arial"/></a:rPr><a:t>At 12 exchanges h₁ expands 768 nodes and h₃ expands 910 nodes — 94% and 130% more than Dijkstra’s 395, indicating penalty terms compound as venue count grows.</a:t></a: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a:p><a:pPr><a:buSzPts val="3200"/></a:pPr><a:endParaRPr sz="3060" dirty="0"><a:solidFill><a:schemeClr val="dk1"/></a:solidFill><a:latin typeface="Times"/><a:ea typeface="Times"/><a:cs typeface="Times"/><a:sym typeface="Times"/></a:endParaRPr></a:p></p:txBody></p:sp><p:sp><p:nvSpPr><p:cNvPr id="101" name="Google Shape;101;p1"/><p:cNvSpPr txBox="1"/><p:nvPr/></p:nvSpPr><p:spPr><a:xfrm><a:off x="457200" y="2971800"/><a:ext cx="13716000" cy="718160"/></a:xfrm><a:prstGeom prst="rect"><a:avLst/></a:prstGeom><a:noFill/><a:ln><a:noFill/></a:ln></p:spPr><p:txBody><a:bodyPr spcFirstLastPara="1" wrap="square" lIns="87419" tIns="43697" rIns="87419" bIns="43697" anchor="t" anchorCtr="0"><a:spAutoFit/></a:bodyPr><a:lstStyle/><a:p><a:pPr algn="ctr"><a:buSzPts val="4000"/></a:pPr><a:r><a:rPr lang="en-US" sz="3825" b="1" dirty="0"><a:solidFill><a:srgbClr val="CD3E3D"/></a:solidFill><a:latin typeface="Trebuchet MS"/><a:ea typeface="Trebuchet MS"/><a:cs typeface="Trebuchet MS"/><a:sym typeface="Trebuchet MS"/></a:rPr><a:t>Graph Scaling</a:t></a:r><a:endParaRPr sz="1339" dirty="0"/></a:p></p:txBody></p:sp></p:grpSp><p:sp><p:nvSpPr><p:cNvPr id="103" name="Google Shape;103;p1"/><p:cNvSpPr txBox="1"/><p:nvPr/></p:nvSpPr><p:spPr><a:xfrm><a:off x="22813392" y="20360904"/><a:ext cx="9304406" cy="1107757"/></a:xfrm><a:prstGeom prst="rect"><a:avLst/></a:prstGeom><a:noFill/><a:ln><a:noFill/></a:ln></p:spPr><p:txBody><a:bodyPr spcFirstLastPara="1" wrap="square" lIns="87419" tIns="43697" rIns="87419" bIns="43697" anchor="t" anchorCtr="0"><a:spAutoFit/></a:bodyPr><a:lstStyle/><a:p><a:pPr algn="ctr"><a:buSzPts val="4400"/></a:pPr><a:r><a:rPr lang="en-US" sz="2800" dirty="0"><a:solidFill><a:srgbClr val="CD3E3D"/></a:solidFill><a:latin typeface="Times"/><a:ea typeface="Times"/><a:cs typeface="Times"/><a:sym typeface="Times"/></a:rPr><a:t>github.com/kevinl03/Stablecoin-CrossExchange-Arbitrage</a:t></a:r><a:br><a:rPr lang="en-US" sz="3825" dirty="0"><a:solidFill><a:srgbClr val="CD3E3D"/></a:solidFill><a:latin typeface="Times"/><a:ea typeface="Times"/><a:cs typeface="Times"/><a:sym typeface="Times"/></a:rPr></a:br><a:r><a:rPr lang="en-US" sz="3825" dirty="0"><a:solidFill><a:srgbClr val="CD3E3D"/></a:solidFill><a:latin typeface="Times"/><a:ea typeface="Times"/><a:cs typeface="Times"/><a:sym typeface="Times"/></a:rPr><a:t>Canadian AI 2026  |  GSS</a:t></a:r><a:endParaRPr sz="1148" dirty="0"><a:solidFill><a:srgbClr val="CD3E3D"/></a:solidFill></a:endParaRPr></a:p></p:txBody></p:sp><p:pic><p:nvPicPr><p:cNvPr id="6" name="Graphic 5"><a:extLst><a:ext uri="{FF2B5EF4-FFF2-40B4-BE49-F238E27FC236}"><a16:creationId xmlns:a16="http://schemas.microsoft.com/office/drawing/2014/main" id="{F8C4B149-42D8-E246-974C-EA8699E2F32E}"/></a:ext></a:extLst></p:cNvPr><p:cNvPicPr><a:picLocks noChangeAspect="1"/></p:cNvPicPr><p:nvPr/></p:nvPicPr><p:blipFill><a:blip r:embed="rId3"><a:extLst><a:ext uri="{96DAC541-7B7A-43D3-8B79-37D633B846F1}"><asvg:svgBlip xmlns:asvg="http://schemas.microsoft.com/office/drawing/2016/SVG/main" r:embed="rId4"/></a:ext></a:extLst></a:blip><a:stretch><a:fillRect/></a:stretch></p:blipFill><p:spPr><a:xfrm><a:off x="969728" y="803740"/><a:ext cx="4525942" cy="1549013"/></a:xfrm><a:prstGeom prst="rect"><a:avLst/></a:prstGeom></p:spPr></p:pic><p:pic><p:nvPicPr><p:cNvPr id="3" name="Picture 2"><a:extLst><a:ext uri="{FF2B5EF4-FFF2-40B4-BE49-F238E27FC236}"><a16:creationId xmlns:a16="http://schemas.microsoft.com/office/drawing/2014/main" id="{17F580A6-D882-9217-DC83-6E2840DFFF4C}"/></a:ext></a:extLst></p:cNvPr><p:cNvPicPr><a:picLocks noChangeAspect="1"/></p:cNvPicPr><p:nvPr/></p:nvPicPr><p:blipFill><a:blip r:embed="rId5"/><a:stretch><a:fillRect/></a:stretch></p:blipFill><p:spPr><a:xfrm><a:off x="25948974" y="768868"/><a:ext cx="5871684" cy="1032250"/></a:xfrm><a:prstGeom prst="rect"><a:avLst/></a:prstGeom></p:spPr></p:pic><p:grpSp><p:nvGrpSpPr><p:cNvPr id="2" name="Group 1"><a:extLst><a:ext uri="{FF2B5EF4-FFF2-40B4-BE49-F238E27FC236}"><a16:creationId xmlns:a16="http://schemas.microsoft.com/office/drawing/2014/main" id="{F9F855B5-639F-2DF3-471C-999AAF89DCF9}"/></a:ext></a:extLst></p:cNvPr><p:cNvGrpSpPr/><p:nvPr/></p:nvGrpSpPr><p:grpSpPr><a:xfrm><a:off x="895670" y="13385416"/><a:ext cx="9200000" cy="7770732"/><a:chOff x="1200000" y="12425957"/><a:chExt cx="9200000" cy="7770732"/></a:xfrm></p:grpSpPr><p:pic><p:nvPicPr><p:cNvPr id="300" name="FullGraph"/><p:cNvPicPr/><p:nvPr/></p:nvPicPr><p:blipFill><a:blip r:embed="rId6"/><a:stretch><a:fillRect/></a:stretch></p:blipFill><p:spPr><a:xfrm><a:off x="1200000" y="12425957"/><a:ext cx="9200000" cy="7365732"/></a:xfrm><a:prstGeom prst="rect"><a:avLst/></a:prstGeom></p:spPr></p:pic><p:sp><p:nvSpPr><p:cNvPr id="301" name="Cap301"/><p:cNvSpPr txBox="1"/><p:nvPr/></p:nvSpPr><p:spPr><a:xfrm><a:off x="1200000" y="19826689"/><a:ext cx="9200000" cy="370000"/></a:xfrm><a:prstGeom prst="rect"><a:avLst/></a:prstGeom><a:noFill/><a:ln><a:noFill/></a:ln></p:spPr><p:txBody><a:bodyPr wrap="square" anchor="ctr"/><a:lstStyle/><a:p><a:pPr algn="ctr"><a:buNone/></a:pPr><a:r><a:rPr lang="en-US" sz="1700" i="1" dirty="0"><a:solidFill><a:srgbClr val="555555"/></a:solidFill><a:latin typeface="Arial"/></a:rPr><a:t>Stablecoin arbitrage graph: 9 of 12 exchanges shown</a:t></a:r></a:p></p:txBody></p:sp></p:grpSp><mc:AlternateContent xmlns:mc="http://schemas.openxmlformats.org/markup-compatibility/2006"><mc:Choice xmlns:a14="http://schemas.microsoft.com/office/drawing/2010/main" Requires="a14"><p:sp><p:nvSpPr><p:cNvPr id="303" name="MathEq303"/><p:cNvSpPr txBox="1"/><p:nvPr/></p:nvSpPr><p:spPr><a:xfrm><a:off x="11350000" y="9857887"/><a:ext cx="9200000" cy="1050000"/></a:xfrm><a:prstGeom prst="rect"><a:avLst/></a:prstGeom><a:solidFill><a:srgbClr val="F2F2F7"/></a:solidFill><a:ln w="19050"><a:solidFill><a:srgbClr val="CC0633"/></a:solidFill></a:ln></p:spPr><p:txBody><a:bodyPr wrap="square" anchor="ctr" anchorCtr="1"/><a:lstStyle/><a:p><a:pPr algn="ctr"><a:buNone/><a:defRPr sz="2800"><a:latin typeface="Cambria Math"/></a:defRPr></a:pPr><a14:m><m:oMathPara xmlns:m="http://schemas.openxmlformats.org/officeDocument/2006/math"><m:oMathParaPr><m:jc m:val="centerGroup"/></m:oMathParaPr><m:oMath xmlns:m="http://schemas.openxmlformats.org/officeDocument/2006/math"><m:r><a:rPr><a:latin typeface="Cambria Math" panose="02040503050406030204" pitchFamily="18" charset="0"/></a:rPr><m:t>𝑤</m:t></m:r><m:r><a:rPr><a:latin typeface="Cambria Math" panose="02040503050406030204" pitchFamily="18" charset="0"/></a:rPr><m:t>(</m:t></m:r><m:r><a:rPr><a:latin typeface="Cambria Math" panose="02040503050406030204" pitchFamily="18" charset="0"/></a:rPr><m:t>𝑒</m:t></m:r><m:r><a:rPr><a:latin typeface="Cambria Math" panose="02040503050406030204" pitchFamily="18" charset="0"/></a:rPr><m:t>) = −</m:t></m:r><m:r><m:rPr><m:sty m:val="p"/></m:rPr><a:rPr><a:latin typeface="Cambria Math" panose="02040503050406030204" pitchFamily="18" charset="0"/></a:rPr><m:t>log</m:t></m:r><m:r><a:rPr><a:latin typeface="Cambria Math" panose="02040503050406030204" pitchFamily="18" charset="0"/></a:rPr><m:t> </m:t></m:r><m:r><a:rPr><a:latin typeface="Cambria Math" panose="02040503050406030204" pitchFamily="18" charset="0"/></a:rPr><m:t>𝑟</m:t></m:r><m:r><a:rPr><a:latin typeface="Cambria Math" panose="02040503050406030204" pitchFamily="18" charset="0"/></a:rPr><m:t>(</m:t></m:r><m:r><a:rPr><a:latin typeface="Cambria Math" panose="02040503050406030204" pitchFamily="18" charset="0"/></a:rPr><m:t>𝑒</m:t></m:r><m:r><a:rPr><a:latin typeface="Cambria Math" panose="02040503050406030204" pitchFamily="18" charset="0"/></a:rPr><m:t>)</m:t></m:r></m:oMath></m:oMathPara></a14:m><a:endParaRPr dirty="0"/></a:p><a:p><a:pPr algn="ctr"><a:buNone/><a:defRPr sz="2800"><a:latin typeface="Cambria Math"/></a:defRPr></a:pPr><a14:m><m:oMathPara xmlns:m="http://schemas.openxmlformats.org/officeDocument/2006/math"><m:oMathParaPr><m:jc m:val="centerGroup"/></m:oMathParaPr><m:oMath xmlns:m="http://schemas.openxmlformats.org/officeDocument/2006/math"><m:r><a:rPr><a:latin typeface="Cambria Math" panose="02040503050406030204" pitchFamily="18" charset="0"/></a:rPr><m:t>𝑓</m:t></m:r><m:r><a:rPr><a:latin typeface="Cambria Math" panose="02040503050406030204" pitchFamily="18" charset="0"/></a:rPr><m:t>(</m:t></m:r><m:r><a:rPr><a:latin typeface="Cambria Math" panose="02040503050406030204" pitchFamily="18" charset="0"/></a:rPr><m:t>𝑛</m:t></m:r><m:r><a:rPr><a:latin typeface="Cambria Math" panose="02040503050406030204" pitchFamily="18" charset="0"/></a:rPr><m:t>) = </m:t></m:r><m:r><a:rPr><a:latin typeface="Cambria Math" panose="02040503050406030204" pitchFamily="18" charset="0"/></a:rPr><m:t>𝑔</m:t></m:r><m:r><a:rPr><a:latin typeface="Cambria Math" panose="02040503050406030204" pitchFamily="18" charset="0"/></a:rPr><m:t>(</m:t></m:r><m:r><a:rPr><a:latin typeface="Cambria Math" panose="02040503050406030204" pitchFamily="18" charset="0"/></a:rPr><m:t>𝑛</m:t></m:r><m:r><a:rPr><a:latin typeface="Cambria Math" panose="02040503050406030204" pitchFamily="18" charset="0"/></a:rPr><m:t>) + </m:t></m:r><m:r><a:rPr><a:latin typeface="Cambria Math" panose="02040503050406030204" pitchFamily="18" charset="0"/></a:rPr><m:t>h</m:t></m:r><m:r><a:rPr><a:latin typeface="Cambria Math" panose="02040503050406030204" pitchFamily="18" charset="0"/></a:rPr><m:t>(</m:t></m:r><m:r><a:rPr><a:latin typeface="Cambria Math" panose="02040503050406030204" pitchFamily="18" charset="0"/></a:rPr><m:t>𝑛</m:t></m:r><m:r><a:rPr><a:latin typeface="Cambria Math" panose="02040503050406030204" pitchFamily="18" charset="0"/></a:rPr><m:t>)</m:t></m:r></m:oMath></m:oMathPara></a14:m><a:endParaRPr dirty="0"/></a:p></p:txBody></p:sp></mc:Choice><mc:Fallback><p:sp><p:nvSpPr><p:cNvPr id="303" name="MathEq303"/><p:cNvSpPr txBox="1"><a:spLocks noRot="1" noChangeAspect="1" noMove="1" noResize="1" noEditPoints="1" noAdjustHandles="1" noChangeArrowheads="1" noChangeShapeType="1" noTextEdit="1"/></p:cNvSpPr><p:nvPr/></p:nvSpPr><p:spPr><a:xfrm><a:off x="11350000" y="9857887"/><a:ext cx="9200000" cy="1050000"/></a:xfrm><a:prstGeom prst="rect"><a:avLst/></a:prstGeom><a:blipFill><a:blip r:embed="rId7"/><a:stretch><a:fillRect b="-5882"/></a:stretch></a:blipFill><a:ln w="19050"><a:solidFill><a:srgbClr val="CC0633"/></a:solidFill></a:ln></p:spPr><p:txBody><a:bodyPr/><a:lstStyle/><a:p><a:r><a:rPr lang="en-US"><a:noFill/></a:rPr><a:t> </a:t></a:r></a:p></p:txBody></p:sp></mc:Fallback></mc:AlternateContent><p:sp><p:nvSpPr><p:cNvPr id="304" name="Lbl304"/><p:cNvSpPr txBox="1"/><p:nvPr/></p:nvSpPr><p:spPr><a:xfrm><a:off x="11350000" y="11079336"/><a:ext cx="9200000" cy="450000"/></a:xfrm><a:prstGeom prst="rect"><a:avLst/></a:prstGeom><a:noFill/><a:ln><a:noFill/></a:ln></p:spPr><p:txBody><a:bodyPr wrap="square" anchor="ctr" anchorCtr="1"/><a:lstStyle/><a:p><a:pPr algn="ctr"><a:buNone/></a:pPr><a:r><a:rPr lang="en-US" sz="2700" b="1" dirty="0"><a:solidFill><a:srgbClr val="CC0633"/></a:solidFill><a:latin typeface="Arial"/></a:rPr><a:t>Three Novel Heuristics</a:t></a:r></a:p></p:txBody></p:sp><mc:AlternateContent xmlns:mc="http://schemas.openxmlformats.org/markup-compatibility/2006"><mc:Choice xmlns:a14="http://schemas.microsoft.com/office/drawing/2010/main" Requires="a14"><p:sp><p:nvSpPr><p:cNvPr id="305" name="MathEq305"/><p:cNvSpPr txBox="1"/><p:nvPr/></p:nvSpPr><p:spPr><a:xfrm><a:off x="11350000" y="11667323"/><a:ext cx="9200000" cy="1000000"/></a:xfrm><a:prstGeom prst="rect"><a:avLst/></a:prstGeom><a:solidFill><a:srgbClr val="F2F2F7"/></a:solidFill><a:ln w="19050"><a:solidFill><a:srgbClr val="CC0633"/></a:solidFill></a:ln></p:spPr><p:txBody><a:bodyPr wrap="square" anchor="ctr" anchorCtr="1"/><a:lstStyle/><a:p><a:pPr algn="ctr"><a:buNone/><a:defRPr sz="2800"><a:latin typeface="Cambria Math"/></a:defRPr></a:pPr><a14:m><m:oMathPara xmlns:m="http://schemas.openxmlformats.org/officeDocument/2006/math"><m:oMathParaPr><m:jc m:val="centerGroup"/></m:oMathParaPr><m:oMath xmlns:m="http://schemas.openxmlformats.org/officeDocument/2006/math"><m:sSub><m:sSubPr><m:ctrlPr><a:rPr i="1"><a:latin typeface="Cambria Math" panose="02040503050406030204" pitchFamily="18" charset="0"/></a:rPr></m:ctrlPr></m:sSubPr><m:e><m:r><a:rPr><a:latin typeface="Cambria Math" panose="02040503050406030204" pitchFamily="18" charset="0"/></a:rPr><m:t>h</m:t></m:r></m:e><m:sub><m:r><a:rPr><a:latin typeface="Cambria Math" panose="02040503050406030204" pitchFamily="18" charset="0"/></a:rPr><m:t>1</m:t></m:r></m:sub></m:sSub><m:r><a:rPr><a:latin typeface="Cambria Math" panose="02040503050406030204" pitchFamily="18" charset="0"/></a:rPr><m:t> = </m:t></m:r><m:r><a:rPr><a:latin typeface="Cambria Math" panose="02040503050406030204" pitchFamily="18" charset="0"/></a:rPr><m:t>𝛽</m:t></m:r><m:r><a:rPr><a:latin typeface="Cambria Math" panose="02040503050406030204" pitchFamily="18" charset="0"/></a:rPr><m:t> ⋅ </m:t></m:r><m:r><m:rPr><m:sty m:val="p"/></m:rPr><a:rPr><a:latin typeface="Cambria Math" panose="02040503050406030204" pitchFamily="18" charset="0"/></a:rPr><m:t>max</m:t></m:r><m:r><a:rPr><a:latin typeface="Cambria Math" panose="02040503050406030204" pitchFamily="18" charset="0"/></a:rPr><m:t>(0, 1−</m:t></m:r><m:sSub><m:sSubPr><m:ctrlPr><a:rPr i="1"><a:latin typeface="Cambria Math" panose="02040503050406030204" pitchFamily="18" charset="0"/></a:rPr></m:ctrlPr></m:sSubPr><m:e><m:r><a:rPr><a:latin typeface="Cambria Math" panose="02040503050406030204" pitchFamily="18" charset="0"/></a:rPr><m:t>𝑉</m:t></m:r></m:e><m:sub><m:r><a:rPr><a:latin typeface="Cambria Math" panose="02040503050406030204" pitchFamily="18" charset="0"/></a:rPr><m:t>24</m:t></m:r><m:r><m:rPr><m:sty m:val="p"/></m:rPr><a:rPr><a:latin typeface="Cambria Math" panose="02040503050406030204" pitchFamily="18" charset="0"/></a:rPr><m:t>h</m:t></m:r></m:sub></m:sSub><m:r><a:rPr><a:latin typeface="Cambria Math" panose="02040503050406030204" pitchFamily="18" charset="0"/></a:rPr><m:t>/</m:t></m:r><m:sSub><m:sSubPr><m:ctrlPr><a:rPr i="1"><a:latin typeface="Cambria Math" panose="02040503050406030204" pitchFamily="18" charset="0"/></a:rPr></m:ctrlPr></m:sSubPr><m:e><m:r><a:rPr><a:latin typeface="Cambria Math" panose="02040503050406030204" pitchFamily="18" charset="0"/></a:rPr><m:t>𝑄</m:t></m:r></m:e><m:sub><m:r><m:rPr><m:sty m:val="p"/></m:rPr><a:rPr><a:latin typeface="Cambria Math" panose="02040503050406030204" pitchFamily="18" charset="0"/></a:rPr><m:t>ord</m:t></m:r></m:sub></m:sSub><m:r><a:rPr><a:latin typeface="Cambria Math" panose="02040503050406030204" pitchFamily="18" charset="0"/></a:rPr><m:t>)</m:t></m:r></m:oMath></m:oMathPara></a14:m><a:endParaRPr dirty="0"/></a:p><a:p><a:pPr algn="ctr"><a:buNone/></a:pPr><a:r><a:rPr lang="en-US" sz="2100" b="0" i="1" dirty="0"><a:solidFill><a:srgbClr val="555555"/></a:solidFill><a:latin typeface="Arial"/></a:rPr><a:t>Liquidity depth penalty</a:t></a:r></a:p></p:txBody></p:sp></mc:Choice><mc:Fallback><p:sp><p:nvSpPr><p:cNvPr id="305" name="MathEq305"/><p:cNvSpPr txBox="1"><a:spLocks noRot="1" noChangeAspect="1" noMove="1" noResize="1" noEditPoints="1" noAdjustHandles="1" noChangeArrowheads="1" noChangeShapeType="1" noTextEdit="1"/></p:cNvSpPr><p:nvPr/></p:nvSpPr><p:spPr><a:xfrm><a:off x="11350000" y="11667323"/><a:ext cx="9200000" cy="1000000"/></a:xfrm><a:prstGeom prst="rect"><a:avLst/></a:prstGeom><a:blipFill><a:blip r:embed="rId8"/><a:stretch><a:fillRect b="-2469"/></a:stretch></a:blipFill><a:ln w="19050"><a:solidFill><a:srgbClr val="CC0633"/></a:solidFill></a:ln></p:spPr><p:txBody><a:bodyPr/><a:lstStyle/><a:p><a:r><a:rPr lang="en-US"><a:noFill/></a:rPr><a:t> </a:t></a:r></a:p></p:txBody></p:sp></mc:Fallback></mc:AlternateContent><mc:AlternateContent xmlns:mc="http://schemas.openxmlformats.org/markup-compatibility/2006"><mc:Choice xmlns:a14="http://schemas.microsoft.com/office/drawing/2010/main" Requires="a14"><p:sp><p:nvSpPr><p:cNvPr id="306" name="MathEq306"/><p:cNvSpPr txBox="1"/><p:nvPr/></p:nvSpPr><p:spPr><a:xfrm><a:off x="11350000" y="12838808"/><a:ext cx="9200000" cy="1000000"/></a:xfrm><a:prstGeom prst="rect"><a:avLst/></a:prstGeom><a:solidFill><a:srgbClr val="F2F2F7"/></a:solidFill><a:ln w="19050"><a:solidFill><a:srgbClr val="CC0633"/></a:solidFill></a:ln></p:spPr><p:txBody><a:bodyPr wrap="square" anchor="ctr" anchorCtr="1"/><a:lstStyle/><a:p><a:pPr algn="ctr"><a:buNone/><a:defRPr sz="2800"><a:latin typeface="Cambria Math"/></a:defRPr></a:pPr><a14:m><m:oMathPara xmlns:m="http://schemas.openxmlformats.org/officeDocument/2006/math"><m:oMathParaPr><m:jc m:val="centerGroup"/></m:oMathParaPr><m:oMath xmlns:m="http://schemas.openxmlformats.org/officeDocument/2006/math"><m:sSub><m:sSubPr><m:ctrlPr><a:rPr i="1"><a:latin typeface="Cambria Math" panose="02040503050406030204" pitchFamily="18" charset="0"/></a:rPr></m:ctrlPr></m:sSubPr><m:e><m:r><a:rPr><a:latin typeface="Cambria Math" panose="02040503050406030204" pitchFamily="18" charset="0"/></a:rPr><m:t>h</m:t></m:r></m:e><m:sub><m:r><a:rPr><a:latin typeface="Cambria Math" panose="02040503050406030204" pitchFamily="18" charset="0"/></a:rPr><m:t>2</m:t></m:r></m:sub></m:sSub><m:r><a:rPr><a:latin typeface="Cambria Math" panose="02040503050406030204" pitchFamily="18" charset="0"/></a:rPr><m:t> = </m:t></m:r><m:r><a:rPr><a:latin typeface="Cambria Math" panose="02040503050406030204" pitchFamily="18" charset="0"/></a:rPr><m:t>𝜆</m:t></m:r><m:r><a:rPr><a:latin typeface="Cambria Math" panose="02040503050406030204" pitchFamily="18" charset="0"/></a:rPr><m:t> ⋅ </m:t></m:r><m:r><m:rPr><m:sty m:val="p"/></m:rPr><a:rPr><a:latin typeface="Cambria Math" panose="02040503050406030204" pitchFamily="18" charset="0"/></a:rPr><m:t>max</m:t></m:r><m:r><a:rPr><a:latin typeface="Cambria Math" panose="02040503050406030204" pitchFamily="18" charset="0"/></a:rPr><m:t>(0, </m:t></m:r><m:sSub><m:sSubPr><m:ctrlPr><a:rPr i="1"><a:latin typeface="Cambria Math" panose="02040503050406030204" pitchFamily="18" charset="0"/></a:rPr></m:ctrlPr></m:sSubPr><m:e><m:r><a:rPr><a:latin typeface="Cambria Math" panose="02040503050406030204" pitchFamily="18" charset="0"/></a:rPr><m:t>𝑆</m:t></m:r></m:e><m:sub><m:r><m:rPr><m:sty m:val="p"/></m:rPr><a:rPr><a:latin typeface="Cambria Math" panose="02040503050406030204" pitchFamily="18" charset="0"/></a:rPr><m:t>bps</m:t></m:r></m:sub></m:sSub><m:r><a:rPr><a:latin typeface="Cambria Math" panose="02040503050406030204" pitchFamily="18" charset="0"/></a:rPr><m:t> − </m:t></m:r><m:r><a:rPr><a:latin typeface="Cambria Math" panose="02040503050406030204" pitchFamily="18" charset="0"/></a:rPr><m:t>𝜃</m:t></m:r><m:r><a:rPr><a:latin typeface="Cambria Math" panose="02040503050406030204" pitchFamily="18" charset="0"/></a:rPr><m:t>)</m:t></m:r></m:oMath></m:oMathPara></a14:m><a:endParaRPr dirty="0"/></a:p><a:p><a:pPr algn="ctr"><a:buNone/></a:pPr><a:r><a:rPr lang="en-US" sz="2100" b="1" i="1" dirty="0"><a:solidFill><a:srgbClr val="CC0633"/></a:solidFill><a:latin typeface="Arial"/></a:rPr><a:t>★ Slippage-aware  —  Novel Contribution ★</a:t></a:r></a:p></p:txBody></p:sp></mc:Choice><mc:Fallback><p:sp><p:nvSpPr><p:cNvPr id="306" name="MathEq306"/><p:cNvSpPr txBox="1"><a:spLocks noRot="1" noChangeAspect="1" noMove="1" noResize="1" noEditPoints="1" noAdjustHandles="1" noChangeArrowheads="1" noChangeShapeType="1" noTextEdit="1"/></p:cNvSpPr><p:nvPr/></p:nvSpPr><p:spPr><a:xfrm><a:off x="11350000" y="12838808"/><a:ext cx="9200000" cy="1000000"/></a:xfrm><a:prstGeom prst="rect"><a:avLst/></a:prstGeom><a:blipFill><a:blip r:embed="rId9"/><a:stretch><a:fillRect b="-3704"/></a:stretch></a:blipFill><a:ln w="19050"><a:solidFill><a:srgbClr val="CC0633"/></a:solidFill></a:ln></p:spPr><p:txBody><a:bodyPr/><a:lstStyle/><a:p><a:r><a:rPr lang="en-US"><a:noFill/></a:rPr><a:t> </a:t></a:r></a:p></p:txBody></p:sp></mc:Fallback></mc:AlternateContent><mc:AlternateContent xmlns:mc="http://schemas.openxmlformats.org/markup-compatibility/2006"><mc:Choice xmlns:a14="http://schemas.microsoft.com/office/drawing/2010/main" Requires="a14"><p:sp><p:nvSpPr><p:cNvPr id="307" name="MathEq307"/><p:cNvSpPr txBox="1"/><p:nvPr/></p:nvSpPr><p:spPr><a:xfrm><a:off x="11350000" y="14010293"/><a:ext cx="9200000" cy="1000000"/></a:xfrm><a:prstGeom prst="rect"><a:avLst/></a:prstGeom><a:solidFill><a:srgbClr val="F2F2F7"/></a:solidFill><a:ln w="19050"><a:solidFill><a:srgbClr val="CC0633"/></a:solidFill></a:ln></p:spPr><p:txBody><a:bodyPr wrap="square" anchor="ctr" anchorCtr="1"/><a:lstStyle/><a:p><a:pPr algn="ctr"><a:buNone/><a:defRPr sz="2800"><a:latin typeface="Cambria Math"/></a:defRPr></a:pPr><a14:m><m:oMathPara xmlns:m="http://schemas.openxmlformats.org/officeDocument/2006/math"><m:oMathParaPr><m:jc m:val="centerGroup"/></m:oMathParaPr><m:oMath xmlns:m="http://schemas.openxmlformats.org/officeDocument/2006/math"><m:sSub><m:sSubPr><m:ctrlPr><a:rPr i="1"><a:latin typeface="Cambria Math" panose="02040503050406030204" pitchFamily="18" charset="0"/></a:rPr></m:ctrlPr></m:sSubPr><m:e><m:r><a:rPr><a:latin typeface="Cambria Math" panose="02040503050406030204" pitchFamily="18" charset="0"/></a:rPr><m:t>h</m:t></m:r></m:e><m:sub><m:r><a:rPr><a:latin typeface="Cambria Math" panose="02040503050406030204" pitchFamily="18" charset="0"/></a:rPr><m:t>3</m:t></m:r></m:sub></m:sSub><m:r><a:rPr><a:latin typeface="Cambria Math" panose="02040503050406030204" pitchFamily="18" charset="0"/></a:rPr><m:t> = </m:t></m:r><m:r><a:rPr><a:latin typeface="Cambria Math" panose="02040503050406030204" pitchFamily="18" charset="0"/></a:rPr><m:t>𝛾</m:t></m:r><m:r><a:rPr><a:latin typeface="Cambria Math" panose="02040503050406030204" pitchFamily="18" charset="0"/></a:rPr><m:t> ⋅ (</m:t></m:r><m:sSub><m:sSubPr><m:ctrlPr><a:rPr i="1"><a:latin typeface="Cambria Math" panose="02040503050406030204" pitchFamily="18" charset="0"/></a:rPr></m:ctrlPr></m:sSubPr><m:e><m:r><a:rPr><a:latin typeface="Cambria Math" panose="02040503050406030204" pitchFamily="18" charset="0"/></a:rPr><m:t>𝑡</m:t></m:r></m:e><m:sub><m:r><m:rPr><m:sty m:val="p"/></m:rPr><a:rPr><a:latin typeface="Cambria Math" panose="02040503050406030204" pitchFamily="18" charset="0"/></a:rPr><m:t>chain</m:t></m:r></m:sub></m:sSub><m:r><a:rPr><a:latin typeface="Cambria Math" panose="02040503050406030204" pitchFamily="18" charset="0"/></a:rPr><m:t> + </m:t></m:r><m:sSub><m:sSubPr><m:ctrlPr><a:rPr i="1"><a:latin typeface="Cambria Math" panose="02040503050406030204" pitchFamily="18" charset="0"/></a:rPr></m:ctrlPr></m:sSubPr><m:e><m:r><a:rPr><a:latin typeface="Cambria Math" panose="02040503050406030204" pitchFamily="18" charset="0"/></a:rPr><m:t>𝜌</m:t></m:r></m:e><m:sub><m:r><m:rPr><m:sty m:val="p"/></m:rPr><a:rPr><a:latin typeface="Cambria Math" panose="02040503050406030204" pitchFamily="18" charset="0"/></a:rPr><m:t>venue</m:t></m:r></m:sub></m:sSub><m:r><a:rPr><a:latin typeface="Cambria Math" panose="02040503050406030204" pitchFamily="18" charset="0"/></a:rPr><m:t>)</m:t></m:r></m:oMath></m:oMathPara></a14:m><a:endParaRPr/></a:p><a:p><a:pPr algn="ctr"><a:buNone/></a:pPr><a:r><a:rPr lang="en-US" sz="2100" b="0" i="1" dirty="0"><a:solidFill><a:srgbClr val="555555"/></a:solidFill><a:latin typeface="Arial"/></a:rPr><a:t>Chain congestion + venue reliability</a:t></a:r></a:p></p:txBody></p:sp></mc:Choice><mc:Fallback><p:sp><p:nvSpPr><p:cNvPr id="307" name="MathEq307"/><p:cNvSpPr txBox="1"><a:spLocks noRot="1" noChangeAspect="1" noMove="1" noResize="1" noEditPoints="1" noAdjustHandles="1" noChangeArrowheads="1" noChangeShapeType="1" noTextEdit="1"/></p:cNvSpPr><p:nvPr/></p:nvSpPr><p:spPr><a:xfrm><a:off x="11350000" y="14010293"/><a:ext cx="9200000" cy="1000000"/></a:xfrm><a:prstGeom prst="rect"><a:avLst/></a:prstGeom><a:blipFill><a:blip r:embed="rId10"/><a:stretch><a:fillRect b="-3704"/></a:stretch></a:blipFill><a:ln w="19050"><a:solidFill><a:srgbClr val="CC0633"/></a:solidFill></a:ln></p:spPr><p:txBody><a:bodyPr/><a:lstStyle/><a:p><a:r><a:rPr lang="en-US"><a:noFill/></a:rPr><a:t> </a:t></a:r></a:p></p:txBody></p:sp></mc:Fallback></mc:AlternateContent><p:grpSp><p:nvGrpSpPr><p:cNvPr id="4" name="Group 3"><a:extLst><a:ext uri="{FF2B5EF4-FFF2-40B4-BE49-F238E27FC236}"><a16:creationId xmlns:a16="http://schemas.microsoft.com/office/drawing/2014/main" id="{AA0FD853-76EC-53FE-1464-6F92424A2574}"/></a:ext></a:extLst></p:cNvPr><p:cNvGrpSpPr/><p:nvPr/></p:nvGrpSpPr><p:grpSpPr><a:xfrm><a:off x="11350000" y="15319823"/><a:ext cx="9200000" cy="5836325"/><a:chOff x="11350000" y="14420000"/><a:chExt cx="9200000" cy="5836325"/></a:xfrm></p:grpSpPr><p:pic><p:nvPicPr><p:cNvPr id="308" name="CameraReadySuccesfulPathProfit"/><p:cNvPicPr/><p:nvPr/></p:nvPicPr><p:blipFill><a:blip r:embed="rId11"/><a:stretch><a:fillRect/></a:stretch></p:blipFill><p:spPr><a:xfrm><a:off x="11350000" y="14420000"/><a:ext cx="9200000" cy="5431325"/></a:xfrm><a:prstGeom prst="rect"><a:avLst/></a:prstGeom></p:spPr></p:pic><p:sp><p:nvSpPr><p:cNvPr id="309" name="Cap309"/><p:cNvSpPr txBox="1"/><p:nvPr/></p:nvSpPr><p:spPr><a:xfrm><a:off x="11350000" y="19886325"/><a:ext cx="9200000" cy="370000"/></a:xfrm><a:prstGeom prst="rect"><a:avLst/></a:prstGeom><a:noFill/><a:ln><a:noFill/></a:ln></p:spPr><p:txBody><a:bodyPr wrap="square" anchor="ctr"/><a:lstStyle/><a:p><a:pPr algn="ctr"><a:buNone/></a:pPr><a:r><a:rPr lang="en-US" sz="1700" i="1" dirty="0"><a:solidFill><a:srgbClr val="555555"/></a:solidFill><a:latin typeface="Arial"/></a:rPr><a:t>Fig. 1b - A profitable path: Kraken -&gt; KuCoin (USDT -&gt; TUSD)</a:t></a:r></a:p></p:txBody></p:sp></p:grpSp><p:grpSp><p:nvGrpSpPr><p:cNvPr id="5" name="Group 4"><a:extLst><a:ext uri="{FF2B5EF4-FFF2-40B4-BE49-F238E27FC236}"><a16:creationId xmlns:a16="http://schemas.microsoft.com/office/drawing/2014/main" id="{D11ACEE8-7522-9487-2DDC-D51FF456EC90}"/></a:ext></a:extLst></p:cNvPr><p:cNvGrpSpPr/><p:nvPr/></p:nvGrpSpPr><p:grpSpPr><a:xfrm><a:off x="24709070" y="6701725"/><a:ext cx="4324489" cy="4037364"/><a:chOff x="24637755" y="6740000"/><a:chExt cx="4324489" cy="4037364"/></a:xfrm></p:grpSpPr><p:pic><p:nvPicPr><p:cNvPr id="310" name="fig01_node_expansion_bar"/><p:cNvPicPr/><p:nvPr/></p:nvPicPr><p:blipFill><a:blip r:embed="rId12"/><a:stretch><a:fillRect/></a:stretch></p:blipFill><p:spPr><a:xfrm><a:off x="24637755" y="6740000"/><a:ext cx="4324489" cy="3100000"/></a:xfrm><a:prstGeom prst="rect"><a:avLst/></a:prstGeom></p:spPr></p:pic><p:sp><p:nvSpPr><p:cNvPr id="311" name="Cap311"/><p:cNvSpPr txBox="1"/><p:nvPr/></p:nvSpPr><p:spPr><a:xfrm><a:off x="24637755" y="9877977"/><a:ext cx="4324489" cy="899387"/></a:xfrm><a:prstGeom prst="rect"><a:avLst/></a:prstGeom><a:noFill/><a:ln><a:noFill/></a:ln></p:spPr><p:txBody><a:bodyPr wrap="square" anchor="ctr"/><a:lstStyle/><a:p><a:pPr algn="ctr"><a:buNone/></a:pPr><a:r><a:rPr lang="en-US" sz="1700" i="1" dirty="0"><a:solidFill><a:srgbClr val="555555"/></a:solidFill><a:latin typeface="Arial"/></a:rPr><a:t>Fig. 2a — Node expansions per heuristic (cached graph, $10 k order)</a:t></a:r></a:p></p:txBody></p:sp></p:grpSp><p:grpSp><p:nvGrpSpPr><p:cNvPr id="10" name="Group 9"><a:extLst><a:ext uri="{FF2B5EF4-FFF2-40B4-BE49-F238E27FC236}"><a16:creationId xmlns:a16="http://schemas.microsoft.com/office/drawing/2014/main" id="{9C3AE06C-767C-D571-B1F3-6A17D7DAC668}"/></a:ext></a:extLst></p:cNvPr><p:cNvGrpSpPr/><p:nvPr/></p:nvGrpSpPr><p:grpSpPr><a:xfrm><a:off x="29642389" y="17627121"/><a:ext cx="2475409" cy="2063658"/><a:chOff x="29906275" y="17910347"/><a:chExt cx="2475409" cy="2063658"/></a:xfrm></p:grpSpPr><p:pic><p:nvPicPr><p:cNvPr id="312" name="qr_github"/><p:cNvPicPr><a:picLocks/></p:cNvPicPr><p:nvPr/></p:nvPicPr><p:blipFill><a:blip r:embed="rId13"/><a:stretch><a:fillRect/></a:stretch></p:blipFill><p:spPr><a:xfrm><a:off x="30423980" y="17910347"/><a:ext cx="1440000" cy="1440000"/></a:xfrm><a:prstGeom prst="rect"><a:avLst/></a:prstGeom></p:spPr></p:pic><p:sp><p:nvSpPr><p:cNvPr id="313" name="Cap313"/><p:cNvSpPr txBox="1"/><p:nvPr/></p:nvSpPr><p:spPr><a:xfrm><a:off x="29906275" y="19350347"/><a:ext cx="2475409" cy="623658"/></a:xfrm><a:prstGeom prst="rect"><a:avLst/></a:prstGeom><a:noFill/><a:ln><a:noFill/></a:ln></p:spPr><p:txBody><a:bodyPr wrap="square" anchor="ctr"/><a:lstStyle/><a:p><a:pPr algn="ctr"><a:buNone/></a:pPr><a:r><a:rPr lang="en-US" sz="1700" i="1" dirty="0"><a:solidFill><a:srgbClr val="555555"/></a:solidFill><a:latin typeface="Arial"/></a:rPr><a:t>Scan for source code &amp; video demo</a:t></a:r></a:p></p:txBody></p:sp></p:grpSp><p:pic><p:nvPicPr><p:cNvPr id="314" name="fig08_scaling"/><p:cNvPicPr/><p:nvPr/></p:nvPicPr><p:blipFill><a:blip r:embed="rId14"/><a:stretch><a:fillRect/></a:stretch></p:blipFill><p:spPr><a:xfrm><a:off x="4065200" y="5400000"/><a:ext cx="6500000" cy="4530675"/></a:xfrm><a:prstGeom prst="rect"><a:avLst/></a:prstGeom></p:spPr></p:pic><p:pic xmlns:p="http://schemas.openxmlformats.org/presentationml/2006/main"
    xmlns:a="http://schemas.openxmlformats.org/drawingml/2006/main"
    xmlns:r="http://schemas.openxmlformats.org/officeDocument/2006/relationships">
  <p:nvPicPr>
    <p:cNvPr id="315" name="img315"/>
    <p:cNvPicPr><a:picLocks noChangeAspect="1"/></p:cNvPicPr>
    <p:nvPr/>
  </p:nvPicPr>
  <p:blipFill>
    <a:blip r:embed="rId15"/>
    <a:stretch><a:fillRect/></a:stretch>
  </p:blipFill>
  <p:spPr>
    <a:xfrm><a:off x="22128480" y="2926080"/><a:ext cx="8961120" cy="5415174"/></a:xfrm>
    <a:prstGeom prst="rect"><a:avLst/></a:prstGeom>
  </p:spPr>
</p:pic><p:sp xmlns:p="http://schemas.openxmlformats.org/presentationml/2006/main"
    xmlns:a="http://schemas.openxmlformats.org/drawingml/2006/main">
  <p:nvSpPr>
    <p:cNvPr id="316" name="lbl316"/>
    <p:cNvSpPr txBox="1"/>
    <p:nvPr/>
  </p:nvSpPr>
  <p:spPr>
    <a:xfrm><a:off x="22128480" y="8386974"/><a:ext cx="9144000" cy="411480"/></a:xfrm>
    <a:prstGeom prst="rect"><a:avLst/></a:prstGeom>
    <a:noFill/>
  </p:spPr>
  <p:txBody>
    <a:bodyPr wrap="square"/>
    <a:lstStyle/>
    <a:p><a:pPr algn="ctr"/>
      <a:r>
        <a:rPr lang="en-US" sz="1050"  <a:i/> dirty="0">
          <a:solidFill><a:srgbClr val="555555"/></a:solidFill>
        </a:rPr>
        <a:t>Fig. M — Stablecoin transaction volume vs. Mastercard &amp; Visa (2024)</a:t>
      </a:r>
    </a:p>
  </p:txBody>
</p:sp><p:pic xmlns:p="http://schemas.openxmlformats.org/presentationml/2006/main"
    xmlns:a="http://schemas.openxmlformats.org/drawingml/2006/main"
    xmlns:r="http://schemas.openxmlformats.org/officeDocument/2006/relationships">
  <p:nvPicPr>
    <p:cNvPr id="317" name="img317"/>
    <p:cNvPicPr><a:picLocks noChangeAspect="1"/></p:cNvPicPr>
    <p:nvPr/>
  </p:nvPicPr>
  <p:blipFill>
    <a:blip r:embed="rId16"/>
    <a:stretch><a:fillRect/></a:stretch>
  </p:blipFill>
  <p:spPr>
    <a:xfrm><a:off x="22128480" y="9144000"/><a:ext cx="8961120" cy="5679320"/></a:xfrm>
    <a:prstGeom prst="rect"><a:avLst/></a:prstGeom>
  </p:spPr>
</p:pic><p:sp xmlns:p="http://schemas.openxmlformats.org/presentationml/2006/main"
    xmlns:a="http://schemas.openxmlformats.org/drawingml/2006/main">
  <p:nvSpPr>
    <p:cNvPr id="318" name="lbl318"/>
    <p:cNvSpPr txBox="1"/>
    <p:nvPr/>
  </p:nvSpPr>
  <p:spPr>
    <a:xfrm><a:off x="22128480" y="14869040"/><a:ext cx="9144000" cy="411480"/></a:xfrm>
    <a:prstGeom prst="rect"><a:avLst/></a:prstGeom>
    <a:noFill/>
  </p:spPr>
  <p:txBody>
    <a:bodyPr wrap="square"/>
    <a:lstStyle/>
    <a:p><a:pPr algn="ctr"/>
      <a:r>
        <a:rPr lang="en-US" sz="1050"  <a:i/> dirty="0">
          <a:solidFill><a:srgbClr val="555555"/></a:solidFill>
        </a:rPr>
        <a:t>Fig. B — Net profit under live conditions: existing baselines vs. A*+h₂</a:t>
      </a:r>
    </a:p>
  </p:txBody>
</p:sp>
</p:spTree></p:cSld><p:clrMapOvr><a:masterClrMapping/></p:clrMapOvr></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8636</TotalTime>
  <Words>598</Words>
  <Application>Microsoft Macintosh PowerPoint</Application>
  <PresentationFormat>Custom</PresentationFormat>
  <Paragraphs>111</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Cambria Math</vt:lpstr>
      <vt:lpstr>Impact</vt:lpstr>
      <vt:lpstr>Times</vt:lpstr>
      <vt:lpstr>Trebuchet MS</vt:lpstr>
      <vt:lpstr>Office Theme</vt:lpstr>
      <vt:lpstr>Execution-Aware A* Search for Cross-Exchange Stablecoin Arbitrage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Greg Mori</dc:creator>
  <cp:lastModifiedBy>Kevin Litvin</cp:lastModifiedBy>
  <cp:revision>9</cp:revision>
  <dcterms:created xsi:type="dcterms:W3CDTF">2018-11-28T01:52:15Z</dcterms:created>
  <dcterms:modified xsi:type="dcterms:W3CDTF">2026-05-20T02:52:35Z</dcterms:modified>
</cp:coreProperties>
</file>