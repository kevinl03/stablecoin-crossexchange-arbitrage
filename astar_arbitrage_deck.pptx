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Cross-Exchange Stablecoin Arbitrage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6E3EE"/>
                </a:solidFill>
                <a:latin typeface="Helvetica Neue"/>
              </a:rPr>
              <a:t>Finding profitable paths with A* search on L2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6E3EE"/>
                </a:solidFill>
                <a:latin typeface="Helvetica Neue"/>
              </a:rPr>
              <a:t>Algorithm Demo • Kevin Litvin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What are Cryptocurrencies?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51760" cy="27432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Digital Assets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Tokens on a distributed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ledger — no bank needed.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Traded 24/7 globally.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651760" cy="27432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Blockchain Execution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1. Sign TX with private key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2. Broadcast to network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3. Validator adds to block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4. Confirmed — immutable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27432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Exchanges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Binance, Kraken, Bybit,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Coinbase, OKX, Gate.io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Each runs its own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order book independently.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Key insight: same asset can have different prices on different exchanges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Stablecoins: The “Cash” of Crypto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Crypto tokens pegged to $1.00 USD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Backed by real reserves (cash, treasuries)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Multiple issuers → multiple prices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3840480" cy="640080"/>
          </a:xfrm>
          <a:prstGeom prst="roundRect">
            <a:avLst/>
          </a:prstGeom>
          <a:solidFill>
            <a:srgbClr val="F6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2801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Helvetica Neue"/>
              </a:rPr>
              <a:t>USDT  (Tether)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80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3482"/>
                </a:solidFill>
                <a:latin typeface="Helvetica Neue"/>
              </a:rPr>
              <a:t>$1.0001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057400"/>
            <a:ext cx="3840480" cy="64008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Helvetica Neue"/>
              </a:rPr>
              <a:t>USDC  (Circle)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3482"/>
                </a:solidFill>
                <a:latin typeface="Helvetica Neue"/>
              </a:rPr>
              <a:t>$0.9999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926080"/>
            <a:ext cx="3840480" cy="64008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Helvetica Neue"/>
              </a:rPr>
              <a:t>DAI    (Maker)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0175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3482"/>
                </a:solidFill>
                <a:latin typeface="Helvetica Neue"/>
              </a:rPr>
              <a:t>$0.9997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794759"/>
            <a:ext cx="3840480" cy="64008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88619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Helvetica Neue"/>
              </a:rPr>
              <a:t>FDUSD (Binance)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8619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3482"/>
                </a:solidFill>
                <a:latin typeface="Helvetica Neue"/>
              </a:rPr>
              <a:t>$0.9988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These tiny deviations from $1.00 across exchanges = our arbitrage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How Do They Stay at $1.00?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Three pegging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Fiat-Backed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(USDT, USDC)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1:1 reserve of USD in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bank accounts + T-bills.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Redeem anytime for $1.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Over-Collateralized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(DAI)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Lock $1.50 of ETH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mint $1.00 of DAI.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Auto-liquidates if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collateral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Algorithmic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(historical)</a:t>
            </a:r>
          </a:p>
          <a:p>
            <a:pPr algn="l"/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Expand/contract supply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to maintain peg.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High risk — UST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collapsed in 2022.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Arbitrage Opportunity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3716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Kraken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$0.99990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(cheap)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188720"/>
            <a:ext cx="3840480" cy="13716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Binance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$1.00013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(expensive)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73482"/>
                </a:solidFill>
                <a:latin typeface="Helvetica Ne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6400800" cy="9144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0175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Buy on Kraken  →  Transfer  →  Sell on Binance  =  +2.3 bps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But: fees + slippage + transfer time can eat the profit.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With 5 exchanges × 4 coins = 20 nodes, 40+ edges — need an algorithm.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Model: Weighted Directed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Node = (exchange, coin)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Trade edge: swap coins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on same exchange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Transfer edge: move coin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between exchanges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Edge weight = fee in bps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Goal: find lowest-cost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cycle back to start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005840"/>
            <a:ext cx="5486400" cy="56191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Dijkstra: f(n) = g(n)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Expand the node with the lowest accumulated cost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931920" cy="18288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Guaranteed optimal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Simple to implement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No domain knowledge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651760"/>
            <a:ext cx="3931920" cy="1828800"/>
          </a:xfrm>
          <a:prstGeom prst="round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Explores blindly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slippage risk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transfer time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Wastes time on thin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A*: f(n) = g(n) + h(n)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Add a heuristic that looks ahead at execution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 + h(n)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8229600" cy="201168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h(n) = slippage(L2 order book) + σ · √(Δt)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Slippage:   Walk the ask side for our trade size. Thin book = high cost.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Time risk:  Stablecoin vol (~1.5 bps/min) × transfer duration.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Deep book + fast transfer → low h → A* explores that path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1: Start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Begin at Binance:USDT. Orange = edges just pushed to priority queue.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3: Expanding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Cheap, low-slippage paths explored first. Fee labels (bps) on each edge.</a:t>
            </a:r>
          </a:p>
        </p:txBody>
      </p:sp>
      <p:pic>
        <p:nvPicPr>
          <p:cNvPr id="5" name="Picture 4" descr="frame_02_st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Mid-Search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Bybit and Kraken reached. High time-risk paths to OKX deprioritized.</a:t>
            </a:r>
          </a:p>
        </p:txBody>
      </p:sp>
      <p:pic>
        <p:nvPicPr>
          <p:cNvPr id="5" name="Picture 4" descr="frame_05_step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Nearing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Most nodes expanded. Searching for profitable return path to start.</a:t>
            </a:r>
          </a:p>
        </p:txBody>
      </p:sp>
      <p:pic>
        <p:nvPicPr>
          <p:cNvPr id="5" name="Picture 4" descr="frame_08_step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Final: Cycle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Red = profitable arbitrage cycle. Total cost shown in info panel.</a:t>
            </a:r>
          </a:p>
        </p:txBody>
      </p:sp>
      <p:pic>
        <p:nvPicPr>
          <p:cNvPr id="5" name="Picture 4" descr="frame_09_step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L2 Order Book → Slippage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20 price levels of depth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Walk asks for our trade size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Binance: ~0 bps slippage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(millions of units at top)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Gate.io: ~0.5 bps slippage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(only 6K at top level)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Thin book = high h(n)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= A* avoids it</a:t>
            </a:r>
          </a:p>
        </p:txBody>
      </p:sp>
      <p:pic>
        <p:nvPicPr>
          <p:cNvPr id="5" name="Picture 4" descr="astar_arbitra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005840"/>
            <a:ext cx="5120640" cy="45697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Stablecoins = crypto pegged to $1 — tiny cross-exchange price gaps exist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Model as a graph → arbitrage = finding a profitable cycle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A* + slippage heuristic guides search toward deep, fast routes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Same optimality as Dijkstra, but focused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Code: scripts/animate_astar_search.py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UI: streamlit run scripts/ui.py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